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
  </p:notesMasterIdLst>
  <p:sldIdLst>
    <p:sldId id="256" r:id="rId2"/>
    <p:sldId id="257" r:id="rId3"/>
    <p:sldId id="263" r:id="rId4"/>
    <p:sldId id="258" r:id="rId5"/>
    <p:sldId id="260" r:id="rId6"/>
  </p:sldIdLst>
  <p:sldSz cx="12192000" cy="6858000"/>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5F98D-AD30-4FCB-BD5C-C84665E9B13D}" v="3" dt="2025-04-24T19:34:08.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CHATTERJEE" userId="d29f7a11-5087-47d2-8d95-fe4f9a62d8ef" providerId="ADAL" clId="{E655F98D-AD30-4FCB-BD5C-C84665E9B13D}"/>
    <pc:docChg chg="delSld modSld">
      <pc:chgData name="ARYA CHATTERJEE" userId="d29f7a11-5087-47d2-8d95-fe4f9a62d8ef" providerId="ADAL" clId="{E655F98D-AD30-4FCB-BD5C-C84665E9B13D}" dt="2025-04-24T19:34:08.728" v="5" actId="1037"/>
      <pc:docMkLst>
        <pc:docMk/>
      </pc:docMkLst>
      <pc:sldChg chg="modSp">
        <pc:chgData name="ARYA CHATTERJEE" userId="d29f7a11-5087-47d2-8d95-fe4f9a62d8ef" providerId="ADAL" clId="{E655F98D-AD30-4FCB-BD5C-C84665E9B13D}" dt="2025-04-24T19:34:08.728" v="5" actId="1037"/>
        <pc:sldMkLst>
          <pc:docMk/>
          <pc:sldMk cId="0" sldId="258"/>
        </pc:sldMkLst>
        <pc:spChg chg="mod">
          <ac:chgData name="ARYA CHATTERJEE" userId="d29f7a11-5087-47d2-8d95-fe4f9a62d8ef" providerId="ADAL" clId="{E655F98D-AD30-4FCB-BD5C-C84665E9B13D}" dt="2025-04-24T19:34:08.728" v="5" actId="1037"/>
          <ac:spMkLst>
            <pc:docMk/>
            <pc:sldMk cId="0" sldId="258"/>
            <ac:spMk id="18440" creationId="{7A7A6795-9A79-DBEA-B70B-FADF6A534E83}"/>
          </ac:spMkLst>
        </pc:spChg>
      </pc:sldChg>
      <pc:sldChg chg="del">
        <pc:chgData name="ARYA CHATTERJEE" userId="d29f7a11-5087-47d2-8d95-fe4f9a62d8ef" providerId="ADAL" clId="{E655F98D-AD30-4FCB-BD5C-C84665E9B13D}" dt="2025-04-24T19:12:54.159" v="0" actId="47"/>
        <pc:sldMkLst>
          <pc:docMk/>
          <pc:sldMk cId="0" sldId="259"/>
        </pc:sldMkLst>
      </pc:sldChg>
      <pc:sldChg chg="del">
        <pc:chgData name="ARYA CHATTERJEE" userId="d29f7a11-5087-47d2-8d95-fe4f9a62d8ef" providerId="ADAL" clId="{E655F98D-AD30-4FCB-BD5C-C84665E9B13D}" dt="2025-04-24T19:12:55.730" v="2" actId="47"/>
        <pc:sldMkLst>
          <pc:docMk/>
          <pc:sldMk cId="3252350908" sldId="261"/>
        </pc:sldMkLst>
      </pc:sldChg>
      <pc:sldChg chg="del">
        <pc:chgData name="ARYA CHATTERJEE" userId="d29f7a11-5087-47d2-8d95-fe4f9a62d8ef" providerId="ADAL" clId="{E655F98D-AD30-4FCB-BD5C-C84665E9B13D}" dt="2025-04-24T19:12:54.897" v="1" actId="47"/>
        <pc:sldMkLst>
          <pc:docMk/>
          <pc:sldMk cId="3607520024"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Google Shape;3;n">
            <a:extLst>
              <a:ext uri="{FF2B5EF4-FFF2-40B4-BE49-F238E27FC236}">
                <a16:creationId xmlns:a16="http://schemas.microsoft.com/office/drawing/2014/main" id="{02A0192C-FAD3-30CA-77ED-EC1A8F722288}"/>
              </a:ext>
            </a:extLst>
          </p:cNvPr>
          <p:cNvSpPr txBox="1">
            <a:spLocks noGrp="1" noChangeArrowheads="1"/>
          </p:cNvSpPr>
          <p:nvPr>
            <p:ph type="hdr" idx="2"/>
          </p:nvPr>
        </p:nvSpPr>
        <p:spPr bwMode="auto">
          <a:xfrm>
            <a:off x="0"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eaLnBrk="1" hangingPunct="1">
              <a:buClr>
                <a:srgbClr val="000000"/>
              </a:buClr>
              <a:buSzPts val="1400"/>
              <a:buFont typeface="Arial" panose="020B0604020202020204" pitchFamily="34" charset="0"/>
              <a:buNone/>
              <a:defRPr sz="1200">
                <a:latin typeface="Calibri" panose="020F0502020204030204" pitchFamily="34" charset="0"/>
                <a:cs typeface="Calibri" panose="020F0502020204030204" pitchFamily="34" charset="0"/>
                <a:sym typeface="Calibri" panose="020F0502020204030204" pitchFamily="34" charset="0"/>
              </a:defRPr>
            </a:lvl1pPr>
          </a:lstStyle>
          <a:p>
            <a:pPr>
              <a:defRPr/>
            </a:pPr>
            <a:endParaRPr lang="en-US" altLang="en-US"/>
          </a:p>
        </p:txBody>
      </p:sp>
      <p:sp>
        <p:nvSpPr>
          <p:cNvPr id="15363" name="Google Shape;4;n">
            <a:extLst>
              <a:ext uri="{FF2B5EF4-FFF2-40B4-BE49-F238E27FC236}">
                <a16:creationId xmlns:a16="http://schemas.microsoft.com/office/drawing/2014/main" id="{1108F2E6-C3B9-0ECB-CB31-ED5E1F7D4784}"/>
              </a:ext>
            </a:extLst>
          </p:cNvPr>
          <p:cNvSpPr txBox="1">
            <a:spLocks noGrp="1" noChangeArrowheads="1"/>
          </p:cNvSpPr>
          <p:nvPr>
            <p:ph type="dt" idx="10"/>
          </p:nvPr>
        </p:nvSpPr>
        <p:spPr bwMode="auto">
          <a:xfrm>
            <a:off x="3884613"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algn="r" eaLnBrk="1" hangingPunct="1">
              <a:buClr>
                <a:srgbClr val="000000"/>
              </a:buClr>
              <a:buSzPts val="1400"/>
              <a:buFont typeface="Arial" panose="020B0604020202020204" pitchFamily="34" charset="0"/>
              <a:buNone/>
              <a:defRPr sz="1200">
                <a:latin typeface="Calibri" panose="020F0502020204030204" pitchFamily="34" charset="0"/>
                <a:cs typeface="Calibri" panose="020F0502020204030204" pitchFamily="34" charset="0"/>
                <a:sym typeface="Calibri" panose="020F0502020204030204" pitchFamily="34" charset="0"/>
              </a:defRPr>
            </a:lvl1pPr>
          </a:lstStyle>
          <a:p>
            <a:pPr>
              <a:defRPr/>
            </a:pPr>
            <a:endParaRPr lang="en-US" altLang="en-US"/>
          </a:p>
        </p:txBody>
      </p:sp>
      <p:sp>
        <p:nvSpPr>
          <p:cNvPr id="13316" name="Google Shape;5;n">
            <a:extLst>
              <a:ext uri="{FF2B5EF4-FFF2-40B4-BE49-F238E27FC236}">
                <a16:creationId xmlns:a16="http://schemas.microsoft.com/office/drawing/2014/main" id="{4A53F65F-5382-E698-E46F-76C65B19A839}"/>
              </a:ext>
            </a:extLst>
          </p:cNvPr>
          <p:cNvSpPr>
            <a:spLocks noGrp="1" noRot="1" noChangeAspect="1"/>
          </p:cNvSpPr>
          <p:nvPr>
            <p:ph type="sldImg" idx="3"/>
          </p:nvPr>
        </p:nvSpPr>
        <p:spPr bwMode="auto">
          <a:xfrm>
            <a:off x="685800" y="1143000"/>
            <a:ext cx="5486400" cy="3086100"/>
          </a:xfrm>
          <a:custGeom>
            <a:avLst/>
            <a:gdLst>
              <a:gd name="T0" fmla="*/ 0 w 120000"/>
              <a:gd name="T1" fmla="*/ 0 h 120000"/>
              <a:gd name="T2" fmla="*/ 5486400 w 120000"/>
              <a:gd name="T3" fmla="*/ 0 h 120000"/>
              <a:gd name="T4" fmla="*/ 5486400 w 120000"/>
              <a:gd name="T5" fmla="*/ 3086100 h 120000"/>
              <a:gd name="T6" fmla="*/ 0 w 120000"/>
              <a:gd name="T7" fmla="*/ 3086100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13317" name="Google Shape;6;n">
            <a:extLst>
              <a:ext uri="{FF2B5EF4-FFF2-40B4-BE49-F238E27FC236}">
                <a16:creationId xmlns:a16="http://schemas.microsoft.com/office/drawing/2014/main" id="{6355D1D8-79A6-35A5-4C47-ECE7E5218CA6}"/>
              </a:ext>
            </a:extLst>
          </p:cNvPr>
          <p:cNvSpPr txBox="1">
            <a:spLocks noGrp="1" noChangeArrowheads="1"/>
          </p:cNvSpPr>
          <p:nvPr>
            <p:ph type="body" idx="1"/>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ltLang="en-US">
              <a:sym typeface="Arial" panose="020B0604020202020204" pitchFamily="34" charset="0"/>
            </a:endParaRPr>
          </a:p>
        </p:txBody>
      </p:sp>
      <p:sp>
        <p:nvSpPr>
          <p:cNvPr id="15366" name="Google Shape;7;n">
            <a:extLst>
              <a:ext uri="{FF2B5EF4-FFF2-40B4-BE49-F238E27FC236}">
                <a16:creationId xmlns:a16="http://schemas.microsoft.com/office/drawing/2014/main" id="{C9E8EC5C-90E6-7DD8-053F-53514ECD9AD3}"/>
              </a:ext>
            </a:extLst>
          </p:cNvPr>
          <p:cNvSpPr txBox="1">
            <a:spLocks noGrp="1" noChangeArrowheads="1"/>
          </p:cNvSpPr>
          <p:nvPr>
            <p:ph type="ftr" idx="11"/>
          </p:nvPr>
        </p:nvSpPr>
        <p:spPr bwMode="auto">
          <a:xfrm>
            <a:off x="0"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eaLnBrk="1" hangingPunct="1">
              <a:buClr>
                <a:srgbClr val="000000"/>
              </a:buClr>
              <a:buSzPts val="1400"/>
              <a:buFont typeface="Arial" panose="020B0604020202020204" pitchFamily="34" charset="0"/>
              <a:buNone/>
              <a:defRPr sz="1200">
                <a:latin typeface="Calibri" panose="020F0502020204030204" pitchFamily="34" charset="0"/>
                <a:cs typeface="Calibri" panose="020F0502020204030204" pitchFamily="34" charset="0"/>
                <a:sym typeface="Calibri" panose="020F0502020204030204" pitchFamily="34" charset="0"/>
              </a:defRPr>
            </a:lvl1pPr>
          </a:lstStyle>
          <a:p>
            <a:pPr>
              <a:defRPr/>
            </a:pPr>
            <a:endParaRPr lang="en-US" altLang="en-US"/>
          </a:p>
        </p:txBody>
      </p:sp>
      <p:sp>
        <p:nvSpPr>
          <p:cNvPr id="15367" name="Google Shape;8;n">
            <a:extLst>
              <a:ext uri="{FF2B5EF4-FFF2-40B4-BE49-F238E27FC236}">
                <a16:creationId xmlns:a16="http://schemas.microsoft.com/office/drawing/2014/main" id="{93E8C05F-6D5F-ED23-962B-F7F228E58B2C}"/>
              </a:ext>
            </a:extLst>
          </p:cNvPr>
          <p:cNvSpPr txBox="1">
            <a:spLocks noGrp="1" noChangeArrowheads="1"/>
          </p:cNvSpPr>
          <p:nvPr>
            <p:ph type="sldNum" idx="12"/>
          </p:nvPr>
        </p:nvSpPr>
        <p:spPr bwMode="auto">
          <a:xfrm>
            <a:off x="3884613"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algn="r" eaLnBrk="1" hangingPunct="1">
              <a:buClr>
                <a:srgbClr val="000000"/>
              </a:buClr>
              <a:buFont typeface="Arial" panose="020B0604020202020204" pitchFamily="34" charset="0"/>
              <a:buNone/>
              <a:defRPr sz="1200" smtClean="0">
                <a:latin typeface="Calibri" panose="020F0502020204030204" pitchFamily="34" charset="0"/>
                <a:cs typeface="Calibri" panose="020F0502020204030204" pitchFamily="34" charset="0"/>
                <a:sym typeface="Calibri" panose="020F0502020204030204" pitchFamily="34" charset="0"/>
              </a:defRPr>
            </a:lvl1pPr>
          </a:lstStyle>
          <a:p>
            <a:pPr>
              <a:defRPr/>
            </a:pPr>
            <a:fld id="{5B009C5C-EDC1-4317-9270-717CFC5B6851}" type="slidenum">
              <a:rPr lang="en-US" altLang="en-US"/>
              <a:pPr>
                <a:defRPr/>
              </a:pPr>
              <a:t>‹#›</a:t>
            </a:fld>
            <a:endParaRPr lang="en-US" altLang="en-US"/>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914400" lvl="1"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3716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8288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2860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Google Shape;207;p1:notes">
            <a:extLst>
              <a:ext uri="{FF2B5EF4-FFF2-40B4-BE49-F238E27FC236}">
                <a16:creationId xmlns:a16="http://schemas.microsoft.com/office/drawing/2014/main" id="{80EB8855-D1CF-A98B-B174-A368AFEEF2FE}"/>
              </a:ext>
            </a:extLst>
          </p:cNvPr>
          <p:cNvSpPr txBox="1">
            <a:spLocks noGrp="1" noChangeArrowheads="1"/>
          </p:cNvSpPr>
          <p:nvPr>
            <p:ph type="body" idx="1"/>
          </p:nvPr>
        </p:nvSpPr>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15363" name="Google Shape;208;p1:notes">
            <a:extLst>
              <a:ext uri="{FF2B5EF4-FFF2-40B4-BE49-F238E27FC236}">
                <a16:creationId xmlns:a16="http://schemas.microsoft.com/office/drawing/2014/main" id="{1B33A201-6AEA-CCAF-1A49-886E50FA3B7B}"/>
              </a:ext>
            </a:extLst>
          </p:cNvPr>
          <p:cNvSpPr>
            <a:spLocks noGrp="1" noRot="1" noChangeAspect="1" noTextEdit="1"/>
          </p:cNvSpPr>
          <p:nvPr>
            <p:ph type="sldImg" idx="2"/>
          </p:nvPr>
        </p:nvSpPr>
        <p:spPr>
          <a:noFill/>
          <a:ln>
            <a:headEnd/>
            <a:tailEnd/>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Google Shape;214;p2:notes">
            <a:extLst>
              <a:ext uri="{FF2B5EF4-FFF2-40B4-BE49-F238E27FC236}">
                <a16:creationId xmlns:a16="http://schemas.microsoft.com/office/drawing/2014/main" id="{797B1F84-FEC4-C4CC-B889-F6C4257841AA}"/>
              </a:ext>
            </a:extLst>
          </p:cNvPr>
          <p:cNvSpPr txBox="1">
            <a:spLocks noGrp="1" noChangeArrowheads="1"/>
          </p:cNvSpPr>
          <p:nvPr>
            <p:ph type="body" idx="1"/>
          </p:nvPr>
        </p:nvSpPr>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17411" name="Google Shape;215;p2:notes">
            <a:extLst>
              <a:ext uri="{FF2B5EF4-FFF2-40B4-BE49-F238E27FC236}">
                <a16:creationId xmlns:a16="http://schemas.microsoft.com/office/drawing/2014/main" id="{99B31868-5C3F-A0FC-D404-7543E932B971}"/>
              </a:ext>
            </a:extLst>
          </p:cNvPr>
          <p:cNvSpPr>
            <a:spLocks noGrp="1" noRot="1" noChangeAspect="1" noTextEdit="1"/>
          </p:cNvSpPr>
          <p:nvPr>
            <p:ph type="sldImg" idx="2"/>
          </p:nvPr>
        </p:nvSpPr>
        <p:spPr>
          <a:noFill/>
          <a:ln>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DDC8C3E3-A5DD-84EC-E390-666048284F1A}"/>
            </a:ext>
          </a:extLst>
        </p:cNvPr>
        <p:cNvGrpSpPr/>
        <p:nvPr/>
      </p:nvGrpSpPr>
      <p:grpSpPr>
        <a:xfrm>
          <a:off x="0" y="0"/>
          <a:ext cx="0" cy="0"/>
          <a:chOff x="0" y="0"/>
          <a:chExt cx="0" cy="0"/>
        </a:xfrm>
      </p:grpSpPr>
      <p:sp>
        <p:nvSpPr>
          <p:cNvPr id="17410" name="Google Shape;214;p2:notes">
            <a:extLst>
              <a:ext uri="{FF2B5EF4-FFF2-40B4-BE49-F238E27FC236}">
                <a16:creationId xmlns:a16="http://schemas.microsoft.com/office/drawing/2014/main" id="{656EF0AB-C5D4-9FDF-9146-12ED44ADE9C1}"/>
              </a:ext>
            </a:extLst>
          </p:cNvPr>
          <p:cNvSpPr txBox="1">
            <a:spLocks noGrp="1" noChangeArrowheads="1"/>
          </p:cNvSpPr>
          <p:nvPr>
            <p:ph type="body" idx="1"/>
          </p:nvPr>
        </p:nvSpPr>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17411" name="Google Shape;215;p2:notes">
            <a:extLst>
              <a:ext uri="{FF2B5EF4-FFF2-40B4-BE49-F238E27FC236}">
                <a16:creationId xmlns:a16="http://schemas.microsoft.com/office/drawing/2014/main" id="{8F8526EA-BA7D-3CD6-19BD-B5C5CB840B3E}"/>
              </a:ext>
            </a:extLst>
          </p:cNvPr>
          <p:cNvSpPr>
            <a:spLocks noGrp="1" noRot="1" noChangeAspect="1" noTextEdit="1"/>
          </p:cNvSpPr>
          <p:nvPr>
            <p:ph type="sldImg" idx="2"/>
          </p:nvPr>
        </p:nvSpPr>
        <p:spPr>
          <a:noFill/>
          <a:ln>
            <a:headEnd/>
            <a:tailEnd/>
          </a:ln>
        </p:spPr>
      </p:sp>
    </p:spTree>
    <p:extLst>
      <p:ext uri="{BB962C8B-B14F-4D97-AF65-F5344CB8AC3E}">
        <p14:creationId xmlns:p14="http://schemas.microsoft.com/office/powerpoint/2010/main" val="1926831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Google Shape;224;p3:notes">
            <a:extLst>
              <a:ext uri="{FF2B5EF4-FFF2-40B4-BE49-F238E27FC236}">
                <a16:creationId xmlns:a16="http://schemas.microsoft.com/office/drawing/2014/main" id="{F9BCDB34-D731-B601-D57B-A575DF1D084A}"/>
              </a:ext>
            </a:extLst>
          </p:cNvPr>
          <p:cNvSpPr txBox="1">
            <a:spLocks noGrp="1" noChangeArrowheads="1"/>
          </p:cNvSpPr>
          <p:nvPr>
            <p:ph type="body" idx="1"/>
          </p:nvPr>
        </p:nvSpPr>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19459" name="Google Shape;225;p3:notes">
            <a:extLst>
              <a:ext uri="{FF2B5EF4-FFF2-40B4-BE49-F238E27FC236}">
                <a16:creationId xmlns:a16="http://schemas.microsoft.com/office/drawing/2014/main" id="{0694C0FD-84E1-FF5A-E3C8-B63D2EF7DE82}"/>
              </a:ext>
            </a:extLst>
          </p:cNvPr>
          <p:cNvSpPr>
            <a:spLocks noGrp="1" noRot="1" noChangeAspect="1" noTextEdit="1"/>
          </p:cNvSpPr>
          <p:nvPr>
            <p:ph type="sldImg" idx="2"/>
          </p:nvPr>
        </p:nvSpPr>
        <p:spPr>
          <a:noFill/>
          <a:ln>
            <a:headEnd/>
            <a:tailEn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a:extLst>
            <a:ext uri="{FF2B5EF4-FFF2-40B4-BE49-F238E27FC236}">
              <a16:creationId xmlns:a16="http://schemas.microsoft.com/office/drawing/2014/main" id="{917BD824-8DA4-EC4C-F5BF-325CAC9564F8}"/>
            </a:ext>
          </a:extLst>
        </p:cNvPr>
        <p:cNvGrpSpPr/>
        <p:nvPr/>
      </p:nvGrpSpPr>
      <p:grpSpPr>
        <a:xfrm>
          <a:off x="0" y="0"/>
          <a:ext cx="0" cy="0"/>
          <a:chOff x="0" y="0"/>
          <a:chExt cx="0" cy="0"/>
        </a:xfrm>
      </p:grpSpPr>
      <p:sp>
        <p:nvSpPr>
          <p:cNvPr id="19458" name="Google Shape;224;p3:notes">
            <a:extLst>
              <a:ext uri="{FF2B5EF4-FFF2-40B4-BE49-F238E27FC236}">
                <a16:creationId xmlns:a16="http://schemas.microsoft.com/office/drawing/2014/main" id="{502C03DD-308A-F2B7-4239-ED6E1C56C930}"/>
              </a:ext>
            </a:extLst>
          </p:cNvPr>
          <p:cNvSpPr txBox="1">
            <a:spLocks noGrp="1" noChangeArrowheads="1"/>
          </p:cNvSpPr>
          <p:nvPr>
            <p:ph type="body" idx="1"/>
          </p:nvPr>
        </p:nvSpPr>
        <p:spPr/>
        <p:txBody>
          <a:bodyPr/>
          <a:lstStyle/>
          <a:p>
            <a:pPr marL="0" indent="0" eaLnBrk="1" hangingPunct="1">
              <a:buSzPts val="1400"/>
            </a:pPr>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
        <p:nvSpPr>
          <p:cNvPr id="19459" name="Google Shape;225;p3:notes">
            <a:extLst>
              <a:ext uri="{FF2B5EF4-FFF2-40B4-BE49-F238E27FC236}">
                <a16:creationId xmlns:a16="http://schemas.microsoft.com/office/drawing/2014/main" id="{8BA2666E-F09F-EF86-DE72-EE6BB375F086}"/>
              </a:ext>
            </a:extLst>
          </p:cNvPr>
          <p:cNvSpPr>
            <a:spLocks noGrp="1" noRot="1" noChangeAspect="1" noTextEdit="1"/>
          </p:cNvSpPr>
          <p:nvPr>
            <p:ph type="sldImg" idx="2"/>
          </p:nvPr>
        </p:nvSpPr>
        <p:spPr>
          <a:noFill/>
          <a:ln>
            <a:headEnd/>
            <a:tailEnd/>
          </a:ln>
        </p:spPr>
      </p:sp>
    </p:spTree>
    <p:extLst>
      <p:ext uri="{BB962C8B-B14F-4D97-AF65-F5344CB8AC3E}">
        <p14:creationId xmlns:p14="http://schemas.microsoft.com/office/powerpoint/2010/main" val="627743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15"/>
        <p:cNvGrpSpPr/>
        <p:nvPr/>
      </p:nvGrpSpPr>
      <p:grpSpPr>
        <a:xfrm>
          <a:off x="0" y="0"/>
          <a:ext cx="0" cy="0"/>
          <a:chOff x="0" y="0"/>
          <a:chExt cx="0" cy="0"/>
        </a:xfrm>
      </p:grpSpPr>
      <p:grpSp>
        <p:nvGrpSpPr>
          <p:cNvPr id="2" name="Google Shape;17;p7">
            <a:extLst>
              <a:ext uri="{FF2B5EF4-FFF2-40B4-BE49-F238E27FC236}">
                <a16:creationId xmlns:a16="http://schemas.microsoft.com/office/drawing/2014/main" id="{27AA835B-2E06-C59D-F210-D7A46F96F818}"/>
              </a:ext>
            </a:extLst>
          </p:cNvPr>
          <p:cNvGrpSpPr>
            <a:grpSpLocks/>
          </p:cNvGrpSpPr>
          <p:nvPr/>
        </p:nvGrpSpPr>
        <p:grpSpPr bwMode="auto">
          <a:xfrm>
            <a:off x="0" y="758825"/>
            <a:ext cx="6099175" cy="6099175"/>
            <a:chOff x="0" y="12289"/>
            <a:chExt cx="3550" cy="3551"/>
          </a:xfrm>
        </p:grpSpPr>
        <p:sp>
          <p:nvSpPr>
            <p:cNvPr id="3" name="Google Shape;18;p7">
              <a:extLst>
                <a:ext uri="{FF2B5EF4-FFF2-40B4-BE49-F238E27FC236}">
                  <a16:creationId xmlns:a16="http://schemas.microsoft.com/office/drawing/2014/main" id="{9D37036C-B026-E5B4-8C7E-873888D43EDF}"/>
                </a:ext>
              </a:extLst>
            </p:cNvPr>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19;p7">
              <a:extLst>
                <a:ext uri="{FF2B5EF4-FFF2-40B4-BE49-F238E27FC236}">
                  <a16:creationId xmlns:a16="http://schemas.microsoft.com/office/drawing/2014/main" id="{1A0F0E2E-FA6F-555F-0B8E-BC2662E40779}"/>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20;p7">
              <a:extLst>
                <a:ext uri="{FF2B5EF4-FFF2-40B4-BE49-F238E27FC236}">
                  <a16:creationId xmlns:a16="http://schemas.microsoft.com/office/drawing/2014/main" id="{939CFEFB-3EE9-0470-9416-FD146C0B415C}"/>
                </a:ext>
              </a:extLst>
            </p:cNvPr>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6" name="Google Shape;22;p7">
            <a:extLst>
              <a:ext uri="{FF2B5EF4-FFF2-40B4-BE49-F238E27FC236}">
                <a16:creationId xmlns:a16="http://schemas.microsoft.com/office/drawing/2014/main" id="{DEFFAD2B-A571-2382-9DCC-B2AB41AE6781}"/>
              </a:ext>
            </a:extLst>
          </p:cNvPr>
          <p:cNvCxnSpPr>
            <a:cxnSpLocks noChangeShapeType="1"/>
          </p:cNvCxnSpPr>
          <p:nvPr/>
        </p:nvCxnSpPr>
        <p:spPr bwMode="auto">
          <a:xfrm>
            <a:off x="5840413" y="5784850"/>
            <a:ext cx="2133600" cy="3175"/>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sp>
        <p:nvSpPr>
          <p:cNvPr id="16" name="Google Shape;16;p7"/>
          <p:cNvSpPr txBox="1">
            <a:spLocks noGrp="1"/>
          </p:cNvSpPr>
          <p:nvPr>
            <p:ph type="ctrTitle"/>
          </p:nvPr>
        </p:nvSpPr>
        <p:spPr>
          <a:xfrm>
            <a:off x="6367054" y="2116182"/>
            <a:ext cx="5491571" cy="1514019"/>
          </a:xfrm>
          <a:prstGeom prst="rect">
            <a:avLst/>
          </a:prstGeom>
          <a:noFill/>
          <a:ln>
            <a:noFill/>
          </a:ln>
        </p:spPr>
        <p:txBody>
          <a:bodyPr spcFirstLastPara="1" lIns="0" tIns="0" rIns="0" bIns="0" anchor="b">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
          <p:cNvSpPr txBox="1">
            <a:spLocks noGrp="1"/>
          </p:cNvSpPr>
          <p:nvPr>
            <p:ph type="body" idx="1"/>
          </p:nvPr>
        </p:nvSpPr>
        <p:spPr>
          <a:xfrm>
            <a:off x="6367055" y="4549553"/>
            <a:ext cx="5491570" cy="953337"/>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3197717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
        <p:cNvGrpSpPr/>
        <p:nvPr/>
      </p:nvGrpSpPr>
      <p:grpSpPr>
        <a:xfrm>
          <a:off x="0" y="0"/>
          <a:ext cx="0" cy="0"/>
          <a:chOff x="0" y="0"/>
          <a:chExt cx="0" cy="0"/>
        </a:xfrm>
      </p:grpSpPr>
      <p:grpSp>
        <p:nvGrpSpPr>
          <p:cNvPr id="2" name="Google Shape;24;p8">
            <a:extLst>
              <a:ext uri="{FF2B5EF4-FFF2-40B4-BE49-F238E27FC236}">
                <a16:creationId xmlns:a16="http://schemas.microsoft.com/office/drawing/2014/main" id="{4665F88C-FE8F-9A3D-EA46-59CB1DC9E648}"/>
              </a:ext>
            </a:extLst>
          </p:cNvPr>
          <p:cNvGrpSpPr>
            <a:grpSpLocks/>
          </p:cNvGrpSpPr>
          <p:nvPr/>
        </p:nvGrpSpPr>
        <p:grpSpPr bwMode="auto">
          <a:xfrm rot="5400000" flipH="1">
            <a:off x="0" y="3900488"/>
            <a:ext cx="2959100" cy="2959100"/>
            <a:chOff x="0" y="12289"/>
            <a:chExt cx="3550" cy="3551"/>
          </a:xfrm>
        </p:grpSpPr>
        <p:sp>
          <p:nvSpPr>
            <p:cNvPr id="3" name="Google Shape;25;p8">
              <a:extLst>
                <a:ext uri="{FF2B5EF4-FFF2-40B4-BE49-F238E27FC236}">
                  <a16:creationId xmlns:a16="http://schemas.microsoft.com/office/drawing/2014/main" id="{9B8BB6B1-4979-70E9-1150-70EAA9ADE7EC}"/>
                </a:ext>
              </a:extLst>
            </p:cNvPr>
            <p:cNvSpPr/>
            <p:nvPr/>
          </p:nvSpPr>
          <p:spPr>
            <a:xfrm>
              <a:off x="0" y="12289"/>
              <a:ext cx="1788" cy="2385"/>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26;p8">
              <a:extLst>
                <a:ext uri="{FF2B5EF4-FFF2-40B4-BE49-F238E27FC236}">
                  <a16:creationId xmlns:a16="http://schemas.microsoft.com/office/drawing/2014/main" id="{3B7EE661-667E-2CB8-837E-F07F7DE3E8EB}"/>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27;p8">
              <a:extLst>
                <a:ext uri="{FF2B5EF4-FFF2-40B4-BE49-F238E27FC236}">
                  <a16:creationId xmlns:a16="http://schemas.microsoft.com/office/drawing/2014/main" id="{C426A2A1-6DE1-FCA7-4898-6D8D2A01BE25}"/>
                </a:ext>
              </a:extLst>
            </p:cNvPr>
            <p:cNvSpPr/>
            <p:nvPr/>
          </p:nvSpPr>
          <p:spPr>
            <a:xfrm>
              <a:off x="1221" y="14674"/>
              <a:ext cx="2329" cy="1166"/>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6" name="Google Shape;30;p8">
            <a:extLst>
              <a:ext uri="{FF2B5EF4-FFF2-40B4-BE49-F238E27FC236}">
                <a16:creationId xmlns:a16="http://schemas.microsoft.com/office/drawing/2014/main" id="{89F45E20-7322-77E7-6155-A77DEEE7AB3D}"/>
              </a:ext>
            </a:extLst>
          </p:cNvPr>
          <p:cNvCxnSpPr>
            <a:cxnSpLocks noChangeShapeType="1"/>
          </p:cNvCxnSpPr>
          <p:nvPr/>
        </p:nvCxnSpPr>
        <p:spPr bwMode="auto">
          <a:xfrm>
            <a:off x="952500"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sp>
        <p:nvSpPr>
          <p:cNvPr id="28" name="Google Shape;28;p8"/>
          <p:cNvSpPr>
            <a:spLocks noGrp="1"/>
          </p:cNvSpPr>
          <p:nvPr>
            <p:ph type="pic" idx="2"/>
          </p:nvPr>
        </p:nvSpPr>
        <p:spPr>
          <a:xfrm>
            <a:off x="6096000" y="-22543"/>
            <a:ext cx="6096000" cy="6903086"/>
          </a:xfrm>
          <a:prstGeom prst="rect">
            <a:avLst/>
          </a:prstGeom>
          <a:noFill/>
          <a:ln>
            <a:noFill/>
          </a:ln>
        </p:spPr>
      </p:sp>
      <p:sp>
        <p:nvSpPr>
          <p:cNvPr id="29" name="Google Shape;29;p8"/>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952499" y="2289363"/>
            <a:ext cx="4572001" cy="27952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 name="Google Shape;32;p8">
            <a:extLst>
              <a:ext uri="{FF2B5EF4-FFF2-40B4-BE49-F238E27FC236}">
                <a16:creationId xmlns:a16="http://schemas.microsoft.com/office/drawing/2014/main" id="{380C3180-4095-8508-A35F-BF970946E6C3}"/>
              </a:ext>
            </a:extLst>
          </p:cNvPr>
          <p:cNvSpPr txBox="1">
            <a:spLocks noGrp="1" noChangeArrowheads="1"/>
          </p:cNvSpPr>
          <p:nvPr>
            <p:ph type="dt" idx="10"/>
          </p:nvPr>
        </p:nvSpPr>
        <p:spPr/>
        <p:txBody>
          <a:bodyPr/>
          <a:lstStyle>
            <a:lvl1pPr>
              <a:defRPr/>
            </a:lvl1pPr>
          </a:lstStyle>
          <a:p>
            <a:pPr>
              <a:defRPr/>
            </a:pPr>
            <a:endParaRPr lang="en-US" altLang="en-US"/>
          </a:p>
        </p:txBody>
      </p:sp>
      <p:sp>
        <p:nvSpPr>
          <p:cNvPr id="8" name="Google Shape;33;p8">
            <a:extLst>
              <a:ext uri="{FF2B5EF4-FFF2-40B4-BE49-F238E27FC236}">
                <a16:creationId xmlns:a16="http://schemas.microsoft.com/office/drawing/2014/main" id="{36293E2C-D1F7-777C-3E41-9A3C6EB9501A}"/>
              </a:ext>
            </a:extLst>
          </p:cNvPr>
          <p:cNvSpPr txBox="1">
            <a:spLocks noGrp="1" noChangeArrowheads="1"/>
          </p:cNvSpPr>
          <p:nvPr>
            <p:ph type="ftr" idx="11"/>
          </p:nvPr>
        </p:nvSpPr>
        <p:spPr/>
        <p:txBody>
          <a:bodyPr/>
          <a:lstStyle>
            <a:lvl1pPr>
              <a:defRPr/>
            </a:lvl1pPr>
          </a:lstStyle>
          <a:p>
            <a:pPr>
              <a:defRPr/>
            </a:pPr>
            <a:endParaRPr lang="en-US" altLang="en-US"/>
          </a:p>
        </p:txBody>
      </p:sp>
      <p:sp>
        <p:nvSpPr>
          <p:cNvPr id="9" name="Google Shape;34;p8">
            <a:extLst>
              <a:ext uri="{FF2B5EF4-FFF2-40B4-BE49-F238E27FC236}">
                <a16:creationId xmlns:a16="http://schemas.microsoft.com/office/drawing/2014/main" id="{77A53AE5-1805-8F7A-4A6C-359175E0B3D0}"/>
              </a:ext>
            </a:extLst>
          </p:cNvPr>
          <p:cNvSpPr txBox="1">
            <a:spLocks noGrp="1" noChangeArrowheads="1"/>
          </p:cNvSpPr>
          <p:nvPr>
            <p:ph type="sldNum" idx="12"/>
          </p:nvPr>
        </p:nvSpPr>
        <p:spPr/>
        <p:txBody>
          <a:bodyPr/>
          <a:lstStyle>
            <a:lvl1pPr>
              <a:defRPr smtClean="0"/>
            </a:lvl1pPr>
          </a:lstStyle>
          <a:p>
            <a:pPr>
              <a:defRPr/>
            </a:pPr>
            <a:fld id="{BCAC5770-0889-4720-9C41-B37AEC70FC88}" type="slidenum">
              <a:rPr lang="en-US" altLang="en-US"/>
              <a:pPr>
                <a:defRPr/>
              </a:pPr>
              <a:t>‹#›</a:t>
            </a:fld>
            <a:endParaRPr lang="en-US" altLang="en-US"/>
          </a:p>
        </p:txBody>
      </p:sp>
    </p:spTree>
    <p:extLst>
      <p:ext uri="{BB962C8B-B14F-4D97-AF65-F5344CB8AC3E}">
        <p14:creationId xmlns:p14="http://schemas.microsoft.com/office/powerpoint/2010/main" val="938172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
  <p:cSld name="Summary ">
    <p:spTree>
      <p:nvGrpSpPr>
        <p:cNvPr id="1" name="Shape 35"/>
        <p:cNvGrpSpPr/>
        <p:nvPr/>
      </p:nvGrpSpPr>
      <p:grpSpPr>
        <a:xfrm>
          <a:off x="0" y="0"/>
          <a:ext cx="0" cy="0"/>
          <a:chOff x="0" y="0"/>
          <a:chExt cx="0" cy="0"/>
        </a:xfrm>
      </p:grpSpPr>
      <p:cxnSp>
        <p:nvCxnSpPr>
          <p:cNvPr id="2" name="Google Shape;37;p9">
            <a:extLst>
              <a:ext uri="{FF2B5EF4-FFF2-40B4-BE49-F238E27FC236}">
                <a16:creationId xmlns:a16="http://schemas.microsoft.com/office/drawing/2014/main" id="{BD688F9B-8F35-E452-2E4D-0DEE67B84D04}"/>
              </a:ext>
            </a:extLst>
          </p:cNvPr>
          <p:cNvCxnSpPr>
            <a:cxnSpLocks noChangeShapeType="1"/>
          </p:cNvCxnSpPr>
          <p:nvPr/>
        </p:nvCxnSpPr>
        <p:spPr bwMode="auto">
          <a:xfrm>
            <a:off x="952500"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grpSp>
        <p:nvGrpSpPr>
          <p:cNvPr id="3" name="Google Shape;39;p9">
            <a:extLst>
              <a:ext uri="{FF2B5EF4-FFF2-40B4-BE49-F238E27FC236}">
                <a16:creationId xmlns:a16="http://schemas.microsoft.com/office/drawing/2014/main" id="{85D82B09-4838-9F21-2917-BDCADE77B920}"/>
              </a:ext>
            </a:extLst>
          </p:cNvPr>
          <p:cNvGrpSpPr>
            <a:grpSpLocks/>
          </p:cNvGrpSpPr>
          <p:nvPr/>
        </p:nvGrpSpPr>
        <p:grpSpPr bwMode="auto">
          <a:xfrm rot="10800000">
            <a:off x="8869363" y="0"/>
            <a:ext cx="3325812" cy="3325813"/>
            <a:chOff x="0" y="12289"/>
            <a:chExt cx="3550" cy="3551"/>
          </a:xfrm>
        </p:grpSpPr>
        <p:sp>
          <p:nvSpPr>
            <p:cNvPr id="4" name="Google Shape;40;p9">
              <a:extLst>
                <a:ext uri="{FF2B5EF4-FFF2-40B4-BE49-F238E27FC236}">
                  <a16:creationId xmlns:a16="http://schemas.microsoft.com/office/drawing/2014/main" id="{81D86689-4020-455B-A63F-4206A3E12457}"/>
                </a:ext>
              </a:extLst>
            </p:cNvPr>
            <p:cNvSpPr/>
            <p:nvPr/>
          </p:nvSpPr>
          <p:spPr>
            <a:xfrm>
              <a:off x="-3" y="12286"/>
              <a:ext cx="1789" cy="2387"/>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5" name="Google Shape;41;p9">
              <a:extLst>
                <a:ext uri="{FF2B5EF4-FFF2-40B4-BE49-F238E27FC236}">
                  <a16:creationId xmlns:a16="http://schemas.microsoft.com/office/drawing/2014/main" id="{FDEF572A-EABD-59F0-57A5-5CFEB1F718A0}"/>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 name="Google Shape;42;p9">
              <a:extLst>
                <a:ext uri="{FF2B5EF4-FFF2-40B4-BE49-F238E27FC236}">
                  <a16:creationId xmlns:a16="http://schemas.microsoft.com/office/drawing/2014/main" id="{70F194DD-4CC4-315E-7FB6-A66E083DFCF4}"/>
                </a:ext>
              </a:extLst>
            </p:cNvPr>
            <p:cNvSpPr/>
            <p:nvPr/>
          </p:nvSpPr>
          <p:spPr>
            <a:xfrm>
              <a:off x="1218" y="14676"/>
              <a:ext cx="2328" cy="1164"/>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sp>
        <p:nvSpPr>
          <p:cNvPr id="36" name="Google Shape;36;p9"/>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952500" y="2656904"/>
            <a:ext cx="4838700" cy="574318"/>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9"/>
          <p:cNvSpPr txBox="1">
            <a:spLocks noGrp="1"/>
          </p:cNvSpPr>
          <p:nvPr>
            <p:ph type="body" idx="2"/>
          </p:nvPr>
        </p:nvSpPr>
        <p:spPr>
          <a:xfrm>
            <a:off x="952500" y="2286000"/>
            <a:ext cx="4838700" cy="315915"/>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9"/>
          <p:cNvSpPr txBox="1">
            <a:spLocks noGrp="1"/>
          </p:cNvSpPr>
          <p:nvPr>
            <p:ph type="body" idx="3"/>
          </p:nvPr>
        </p:nvSpPr>
        <p:spPr>
          <a:xfrm>
            <a:off x="953655" y="3841846"/>
            <a:ext cx="4838700" cy="636754"/>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9"/>
          <p:cNvSpPr txBox="1">
            <a:spLocks noGrp="1"/>
          </p:cNvSpPr>
          <p:nvPr>
            <p:ph type="body" idx="4"/>
          </p:nvPr>
        </p:nvSpPr>
        <p:spPr>
          <a:xfrm>
            <a:off x="953655" y="3470942"/>
            <a:ext cx="4838700" cy="315915"/>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9"/>
          <p:cNvSpPr txBox="1">
            <a:spLocks noGrp="1"/>
          </p:cNvSpPr>
          <p:nvPr>
            <p:ph type="body" idx="5"/>
          </p:nvPr>
        </p:nvSpPr>
        <p:spPr>
          <a:xfrm>
            <a:off x="952500" y="5017901"/>
            <a:ext cx="4838700" cy="908340"/>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9"/>
          <p:cNvSpPr txBox="1">
            <a:spLocks noGrp="1"/>
          </p:cNvSpPr>
          <p:nvPr>
            <p:ph type="body" idx="6"/>
          </p:nvPr>
        </p:nvSpPr>
        <p:spPr>
          <a:xfrm>
            <a:off x="952500" y="4646997"/>
            <a:ext cx="4838700" cy="315915"/>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9"/>
          <p:cNvSpPr txBox="1">
            <a:spLocks noGrp="1"/>
          </p:cNvSpPr>
          <p:nvPr>
            <p:ph type="body" idx="7"/>
          </p:nvPr>
        </p:nvSpPr>
        <p:spPr>
          <a:xfrm>
            <a:off x="6399647" y="2656904"/>
            <a:ext cx="4838700" cy="574318"/>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9"/>
          <p:cNvSpPr txBox="1">
            <a:spLocks noGrp="1"/>
          </p:cNvSpPr>
          <p:nvPr>
            <p:ph type="body" idx="8"/>
          </p:nvPr>
        </p:nvSpPr>
        <p:spPr>
          <a:xfrm>
            <a:off x="6399647" y="2286000"/>
            <a:ext cx="4838700" cy="315915"/>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9"/>
          <p:cNvSpPr txBox="1">
            <a:spLocks noGrp="1"/>
          </p:cNvSpPr>
          <p:nvPr>
            <p:ph type="body" idx="9"/>
          </p:nvPr>
        </p:nvSpPr>
        <p:spPr>
          <a:xfrm>
            <a:off x="6399647" y="3841846"/>
            <a:ext cx="4838700" cy="908340"/>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9"/>
          <p:cNvSpPr txBox="1">
            <a:spLocks noGrp="1"/>
          </p:cNvSpPr>
          <p:nvPr>
            <p:ph type="body" idx="13"/>
          </p:nvPr>
        </p:nvSpPr>
        <p:spPr>
          <a:xfrm>
            <a:off x="6399647" y="3470942"/>
            <a:ext cx="4838700" cy="315915"/>
          </a:xfrm>
          <a:prstGeom prst="rect">
            <a:avLst/>
          </a:prstGeom>
          <a:noFill/>
          <a:ln>
            <a:noFill/>
          </a:ln>
        </p:spPr>
        <p:txBody>
          <a:bodyPr spcFirstLastPara="1">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 name="Google Shape;52;p9">
            <a:extLst>
              <a:ext uri="{FF2B5EF4-FFF2-40B4-BE49-F238E27FC236}">
                <a16:creationId xmlns:a16="http://schemas.microsoft.com/office/drawing/2014/main" id="{606C7323-5D5C-2668-00B2-95E4484A01A9}"/>
              </a:ext>
            </a:extLst>
          </p:cNvPr>
          <p:cNvSpPr txBox="1">
            <a:spLocks noGrp="1" noChangeArrowheads="1"/>
          </p:cNvSpPr>
          <p:nvPr>
            <p:ph type="dt" idx="14"/>
          </p:nvPr>
        </p:nvSpPr>
        <p:spPr/>
        <p:txBody>
          <a:bodyPr/>
          <a:lstStyle>
            <a:lvl1pPr>
              <a:defRPr/>
            </a:lvl1pPr>
          </a:lstStyle>
          <a:p>
            <a:pPr>
              <a:defRPr/>
            </a:pPr>
            <a:endParaRPr lang="en-US" altLang="en-US"/>
          </a:p>
        </p:txBody>
      </p:sp>
      <p:sp>
        <p:nvSpPr>
          <p:cNvPr id="8" name="Google Shape;53;p9">
            <a:extLst>
              <a:ext uri="{FF2B5EF4-FFF2-40B4-BE49-F238E27FC236}">
                <a16:creationId xmlns:a16="http://schemas.microsoft.com/office/drawing/2014/main" id="{D3594202-153E-D5B6-4052-A3BA09486728}"/>
              </a:ext>
            </a:extLst>
          </p:cNvPr>
          <p:cNvSpPr txBox="1">
            <a:spLocks noGrp="1" noChangeArrowheads="1"/>
          </p:cNvSpPr>
          <p:nvPr>
            <p:ph type="ftr" idx="15"/>
          </p:nvPr>
        </p:nvSpPr>
        <p:spPr/>
        <p:txBody>
          <a:bodyPr/>
          <a:lstStyle>
            <a:lvl1pPr>
              <a:defRPr/>
            </a:lvl1pPr>
          </a:lstStyle>
          <a:p>
            <a:pPr>
              <a:defRPr/>
            </a:pPr>
            <a:endParaRPr lang="en-US" altLang="en-US"/>
          </a:p>
        </p:txBody>
      </p:sp>
      <p:sp>
        <p:nvSpPr>
          <p:cNvPr id="9" name="Google Shape;54;p9">
            <a:extLst>
              <a:ext uri="{FF2B5EF4-FFF2-40B4-BE49-F238E27FC236}">
                <a16:creationId xmlns:a16="http://schemas.microsoft.com/office/drawing/2014/main" id="{1000A68D-B369-E127-7DBC-0E6F77AF91E4}"/>
              </a:ext>
            </a:extLst>
          </p:cNvPr>
          <p:cNvSpPr txBox="1">
            <a:spLocks noGrp="1" noChangeArrowheads="1"/>
          </p:cNvSpPr>
          <p:nvPr>
            <p:ph type="sldNum" idx="16"/>
          </p:nvPr>
        </p:nvSpPr>
        <p:spPr/>
        <p:txBody>
          <a:bodyPr/>
          <a:lstStyle>
            <a:lvl1pPr>
              <a:defRPr smtClean="0"/>
            </a:lvl1pPr>
          </a:lstStyle>
          <a:p>
            <a:pPr>
              <a:defRPr/>
            </a:pPr>
            <a:fld id="{84B38FE1-9C2E-4B9D-827C-87DEEA64AF8E}" type="slidenum">
              <a:rPr lang="en-US" altLang="en-US"/>
              <a:pPr>
                <a:defRPr/>
              </a:pPr>
              <a:t>‹#›</a:t>
            </a:fld>
            <a:endParaRPr lang="en-US" altLang="en-US"/>
          </a:p>
        </p:txBody>
      </p:sp>
    </p:spTree>
    <p:extLst>
      <p:ext uri="{BB962C8B-B14F-4D97-AF65-F5344CB8AC3E}">
        <p14:creationId xmlns:p14="http://schemas.microsoft.com/office/powerpoint/2010/main" val="250748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5"/>
        <p:cNvGrpSpPr/>
        <p:nvPr/>
      </p:nvGrpSpPr>
      <p:grpSpPr>
        <a:xfrm>
          <a:off x="0" y="0"/>
          <a:ext cx="0" cy="0"/>
          <a:chOff x="0" y="0"/>
          <a:chExt cx="0" cy="0"/>
        </a:xfrm>
      </p:grpSpPr>
      <p:grpSp>
        <p:nvGrpSpPr>
          <p:cNvPr id="2" name="Google Shape;56;p10">
            <a:extLst>
              <a:ext uri="{FF2B5EF4-FFF2-40B4-BE49-F238E27FC236}">
                <a16:creationId xmlns:a16="http://schemas.microsoft.com/office/drawing/2014/main" id="{420C082C-42EB-2B75-F3F5-408A0303499F}"/>
              </a:ext>
            </a:extLst>
          </p:cNvPr>
          <p:cNvGrpSpPr>
            <a:grpSpLocks/>
          </p:cNvGrpSpPr>
          <p:nvPr/>
        </p:nvGrpSpPr>
        <p:grpSpPr bwMode="auto">
          <a:xfrm>
            <a:off x="6362700" y="0"/>
            <a:ext cx="5829300" cy="3235325"/>
            <a:chOff x="5612972" y="1"/>
            <a:chExt cx="6615961" cy="3672246"/>
          </a:xfrm>
        </p:grpSpPr>
        <p:sp>
          <p:nvSpPr>
            <p:cNvPr id="3" name="Google Shape;57;p10">
              <a:extLst>
                <a:ext uri="{FF2B5EF4-FFF2-40B4-BE49-F238E27FC236}">
                  <a16:creationId xmlns:a16="http://schemas.microsoft.com/office/drawing/2014/main" id="{8D5E8A2F-5FD0-931E-9C28-AC6194A42F64}"/>
                </a:ext>
              </a:extLst>
            </p:cNvPr>
            <p:cNvSpPr/>
            <p:nvPr/>
          </p:nvSpPr>
          <p:spPr>
            <a:xfrm>
              <a:off x="5612972" y="1"/>
              <a:ext cx="4408840"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58;p10">
              <a:extLst>
                <a:ext uri="{FF2B5EF4-FFF2-40B4-BE49-F238E27FC236}">
                  <a16:creationId xmlns:a16="http://schemas.microsoft.com/office/drawing/2014/main" id="{B4CB7B51-5201-79C9-1D72-B7ADAD8BAF2A}"/>
                </a:ext>
              </a:extLst>
            </p:cNvPr>
            <p:cNvSpPr/>
            <p:nvPr/>
          </p:nvSpPr>
          <p:spPr>
            <a:xfrm>
              <a:off x="6340872" y="1463133"/>
              <a:ext cx="2208924" cy="2209114"/>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5" name="Google Shape;59;p10">
              <a:extLst>
                <a:ext uri="{FF2B5EF4-FFF2-40B4-BE49-F238E27FC236}">
                  <a16:creationId xmlns:a16="http://schemas.microsoft.com/office/drawing/2014/main" id="{BD59AAD1-2DA3-1E55-68C8-2BCC432929BF}"/>
                </a:ext>
              </a:extLst>
            </p:cNvPr>
            <p:cNvSpPr/>
            <p:nvPr/>
          </p:nvSpPr>
          <p:spPr>
            <a:xfrm>
              <a:off x="8555201" y="1"/>
              <a:ext cx="1457601" cy="729765"/>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6" name="Google Shape;60;p10">
              <a:extLst>
                <a:ext uri="{FF2B5EF4-FFF2-40B4-BE49-F238E27FC236}">
                  <a16:creationId xmlns:a16="http://schemas.microsoft.com/office/drawing/2014/main" id="{782A7508-E2BC-A250-34A1-B0636B9E228B}"/>
                </a:ext>
              </a:extLst>
            </p:cNvPr>
            <p:cNvSpPr>
              <a:spLocks/>
            </p:cNvSpPr>
            <p:nvPr/>
          </p:nvSpPr>
          <p:spPr bwMode="auto">
            <a:xfrm>
              <a:off x="7076887" y="728289"/>
              <a:ext cx="2208196" cy="2208277"/>
            </a:xfrm>
            <a:custGeom>
              <a:avLst/>
              <a:gdLst>
                <a:gd name="T0" fmla="*/ 736887 w 1792"/>
                <a:gd name="T1" fmla="*/ 0 h 1792"/>
                <a:gd name="T2" fmla="*/ 0 w 1792"/>
                <a:gd name="T3" fmla="*/ 735682 h 1792"/>
                <a:gd name="T4" fmla="*/ 1472541 w 1792"/>
                <a:gd name="T5" fmla="*/ 2208277 h 1792"/>
                <a:gd name="T6" fmla="*/ 2208196 w 1792"/>
                <a:gd name="T7" fmla="*/ 1472595 h 1792"/>
                <a:gd name="T8" fmla="*/ 736887 w 1792"/>
                <a:gd name="T9" fmla="*/ 0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2" h="1792" extrusionOk="0">
                  <a:moveTo>
                    <a:pt x="598" y="0"/>
                  </a:moveTo>
                  <a:lnTo>
                    <a:pt x="0" y="597"/>
                  </a:lnTo>
                  <a:lnTo>
                    <a:pt x="1195" y="1792"/>
                  </a:lnTo>
                  <a:lnTo>
                    <a:pt x="1792" y="1195"/>
                  </a:lnTo>
                  <a:lnTo>
                    <a:pt x="598"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7" name="Google Shape;61;p10">
              <a:extLst>
                <a:ext uri="{FF2B5EF4-FFF2-40B4-BE49-F238E27FC236}">
                  <a16:creationId xmlns:a16="http://schemas.microsoft.com/office/drawing/2014/main" id="{DC64878C-909D-EEB5-577E-5B58181B3924}"/>
                </a:ext>
              </a:extLst>
            </p:cNvPr>
            <p:cNvSpPr/>
            <p:nvPr/>
          </p:nvSpPr>
          <p:spPr>
            <a:xfrm>
              <a:off x="9284902" y="727963"/>
              <a:ext cx="2944031" cy="2944284"/>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8" name="Google Shape;63;p10">
            <a:extLst>
              <a:ext uri="{FF2B5EF4-FFF2-40B4-BE49-F238E27FC236}">
                <a16:creationId xmlns:a16="http://schemas.microsoft.com/office/drawing/2014/main" id="{DBF0F5D3-F0AC-7293-9D10-4789D027E1CA}"/>
              </a:ext>
            </a:extLst>
          </p:cNvPr>
          <p:cNvCxnSpPr>
            <a:cxnSpLocks noChangeShapeType="1"/>
          </p:cNvCxnSpPr>
          <p:nvPr/>
        </p:nvCxnSpPr>
        <p:spPr bwMode="auto">
          <a:xfrm>
            <a:off x="952500" y="1935163"/>
            <a:ext cx="2133600" cy="3175"/>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9" name="Google Shape;66;p10">
            <a:extLst>
              <a:ext uri="{FF2B5EF4-FFF2-40B4-BE49-F238E27FC236}">
                <a16:creationId xmlns:a16="http://schemas.microsoft.com/office/drawing/2014/main" id="{8B45B333-B8E7-DF1C-8810-3FA34C4C21BC}"/>
              </a:ext>
            </a:extLst>
          </p:cNvPr>
          <p:cNvCxnSpPr>
            <a:cxnSpLocks noChangeShapeType="1"/>
          </p:cNvCxnSpPr>
          <p:nvPr/>
        </p:nvCxnSpPr>
        <p:spPr bwMode="auto">
          <a:xfrm>
            <a:off x="3662363"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10" name="Google Shape;69;p10">
            <a:extLst>
              <a:ext uri="{FF2B5EF4-FFF2-40B4-BE49-F238E27FC236}">
                <a16:creationId xmlns:a16="http://schemas.microsoft.com/office/drawing/2014/main" id="{962A9CFE-97E4-0610-00EF-55A7E6B557CB}"/>
              </a:ext>
            </a:extLst>
          </p:cNvPr>
          <p:cNvCxnSpPr>
            <a:cxnSpLocks noChangeShapeType="1"/>
          </p:cNvCxnSpPr>
          <p:nvPr/>
        </p:nvCxnSpPr>
        <p:spPr bwMode="auto">
          <a:xfrm>
            <a:off x="952500" y="4248150"/>
            <a:ext cx="2133600" cy="3175"/>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11" name="Google Shape;72;p10">
            <a:extLst>
              <a:ext uri="{FF2B5EF4-FFF2-40B4-BE49-F238E27FC236}">
                <a16:creationId xmlns:a16="http://schemas.microsoft.com/office/drawing/2014/main" id="{C35A53CC-7CDB-860A-D06C-ECEE104F3B42}"/>
              </a:ext>
            </a:extLst>
          </p:cNvPr>
          <p:cNvCxnSpPr>
            <a:cxnSpLocks noChangeShapeType="1"/>
          </p:cNvCxnSpPr>
          <p:nvPr/>
        </p:nvCxnSpPr>
        <p:spPr bwMode="auto">
          <a:xfrm>
            <a:off x="3662363" y="4251325"/>
            <a:ext cx="2133600" cy="4763"/>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12" name="Google Shape;75;p10">
            <a:extLst>
              <a:ext uri="{FF2B5EF4-FFF2-40B4-BE49-F238E27FC236}">
                <a16:creationId xmlns:a16="http://schemas.microsoft.com/office/drawing/2014/main" id="{A70CE7EF-863F-E33D-FF3C-4BDACDCD7C98}"/>
              </a:ext>
            </a:extLst>
          </p:cNvPr>
          <p:cNvCxnSpPr>
            <a:cxnSpLocks noChangeShapeType="1"/>
          </p:cNvCxnSpPr>
          <p:nvPr/>
        </p:nvCxnSpPr>
        <p:spPr bwMode="auto">
          <a:xfrm>
            <a:off x="6367463" y="4251325"/>
            <a:ext cx="2133600" cy="4763"/>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sp>
        <p:nvSpPr>
          <p:cNvPr id="62" name="Google Shape;62;p10"/>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952500" y="2818296"/>
            <a:ext cx="2133600" cy="3693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5" name="Google Shape;65;p10"/>
          <p:cNvSpPr txBox="1">
            <a:spLocks noGrp="1"/>
          </p:cNvSpPr>
          <p:nvPr>
            <p:ph type="body" idx="2"/>
          </p:nvPr>
        </p:nvSpPr>
        <p:spPr>
          <a:xfrm>
            <a:off x="952500" y="2209800"/>
            <a:ext cx="2133600" cy="205837"/>
          </a:xfrm>
          <a:prstGeom prst="rect">
            <a:avLst/>
          </a:prstGeom>
          <a:noFill/>
          <a:ln>
            <a:noFill/>
          </a:ln>
        </p:spPr>
        <p:txBody>
          <a:bodyPr spcFirstLastPara="1" lIns="0" tIns="0" rIns="0" bIns="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10"/>
          <p:cNvSpPr txBox="1">
            <a:spLocks noGrp="1"/>
          </p:cNvSpPr>
          <p:nvPr>
            <p:ph type="body" idx="3"/>
          </p:nvPr>
        </p:nvSpPr>
        <p:spPr>
          <a:xfrm>
            <a:off x="3663042" y="2818296"/>
            <a:ext cx="2128157" cy="3693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10"/>
          <p:cNvSpPr txBox="1">
            <a:spLocks noGrp="1"/>
          </p:cNvSpPr>
          <p:nvPr>
            <p:ph type="body" idx="4"/>
          </p:nvPr>
        </p:nvSpPr>
        <p:spPr>
          <a:xfrm>
            <a:off x="3663042" y="2209800"/>
            <a:ext cx="2128157" cy="205837"/>
          </a:xfrm>
          <a:prstGeom prst="rect">
            <a:avLst/>
          </a:prstGeom>
          <a:noFill/>
          <a:ln>
            <a:noFill/>
          </a:ln>
        </p:spPr>
        <p:txBody>
          <a:bodyPr spcFirstLastPara="1" lIns="0" tIns="0" rIns="0" bIns="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0" name="Google Shape;70;p10"/>
          <p:cNvSpPr txBox="1">
            <a:spLocks noGrp="1"/>
          </p:cNvSpPr>
          <p:nvPr>
            <p:ph type="body" idx="5"/>
          </p:nvPr>
        </p:nvSpPr>
        <p:spPr>
          <a:xfrm>
            <a:off x="952500" y="5131299"/>
            <a:ext cx="2133600" cy="3693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1" name="Google Shape;71;p10"/>
          <p:cNvSpPr txBox="1">
            <a:spLocks noGrp="1"/>
          </p:cNvSpPr>
          <p:nvPr>
            <p:ph type="body" idx="6"/>
          </p:nvPr>
        </p:nvSpPr>
        <p:spPr>
          <a:xfrm>
            <a:off x="952500" y="4522803"/>
            <a:ext cx="2133600" cy="205837"/>
          </a:xfrm>
          <a:prstGeom prst="rect">
            <a:avLst/>
          </a:prstGeom>
          <a:noFill/>
          <a:ln>
            <a:noFill/>
          </a:ln>
        </p:spPr>
        <p:txBody>
          <a:bodyPr spcFirstLastPara="1" lIns="0" tIns="0" rIns="0" bIns="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3" name="Google Shape;73;p10"/>
          <p:cNvSpPr txBox="1">
            <a:spLocks noGrp="1"/>
          </p:cNvSpPr>
          <p:nvPr>
            <p:ph type="body" idx="7"/>
          </p:nvPr>
        </p:nvSpPr>
        <p:spPr>
          <a:xfrm>
            <a:off x="3663042" y="5131299"/>
            <a:ext cx="2128157" cy="3693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10"/>
          <p:cNvSpPr txBox="1">
            <a:spLocks noGrp="1"/>
          </p:cNvSpPr>
          <p:nvPr>
            <p:ph type="body" idx="8"/>
          </p:nvPr>
        </p:nvSpPr>
        <p:spPr>
          <a:xfrm>
            <a:off x="3663042" y="4522803"/>
            <a:ext cx="2128157" cy="205837"/>
          </a:xfrm>
          <a:prstGeom prst="rect">
            <a:avLst/>
          </a:prstGeom>
          <a:noFill/>
          <a:ln>
            <a:noFill/>
          </a:ln>
        </p:spPr>
        <p:txBody>
          <a:bodyPr spcFirstLastPara="1" lIns="0" tIns="0" rIns="0" bIns="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6" name="Google Shape;76;p10"/>
          <p:cNvSpPr txBox="1">
            <a:spLocks noGrp="1"/>
          </p:cNvSpPr>
          <p:nvPr>
            <p:ph type="body" idx="9"/>
          </p:nvPr>
        </p:nvSpPr>
        <p:spPr>
          <a:xfrm>
            <a:off x="6367054" y="5131299"/>
            <a:ext cx="2129245" cy="369332"/>
          </a:xfrm>
          <a:prstGeom prst="rect">
            <a:avLst/>
          </a:prstGeom>
          <a:noFill/>
          <a:ln>
            <a:noFill/>
          </a:ln>
        </p:spPr>
        <p:txBody>
          <a:bodyPr spcFirstLastPara="1" lIns="0" tIns="0" rIns="0" bIns="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10"/>
          <p:cNvSpPr txBox="1">
            <a:spLocks noGrp="1"/>
          </p:cNvSpPr>
          <p:nvPr>
            <p:ph type="body" idx="13"/>
          </p:nvPr>
        </p:nvSpPr>
        <p:spPr>
          <a:xfrm>
            <a:off x="6367054" y="4522803"/>
            <a:ext cx="2129245" cy="205837"/>
          </a:xfrm>
          <a:prstGeom prst="rect">
            <a:avLst/>
          </a:prstGeom>
          <a:noFill/>
          <a:ln>
            <a:noFill/>
          </a:ln>
        </p:spPr>
        <p:txBody>
          <a:bodyPr spcFirstLastPara="1" lIns="0" tIns="0" rIns="0" bIns="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 name="Google Shape;78;p10">
            <a:extLst>
              <a:ext uri="{FF2B5EF4-FFF2-40B4-BE49-F238E27FC236}">
                <a16:creationId xmlns:a16="http://schemas.microsoft.com/office/drawing/2014/main" id="{1E12AB85-119A-FCB0-9B2E-FE7D85E9E7C1}"/>
              </a:ext>
            </a:extLst>
          </p:cNvPr>
          <p:cNvSpPr txBox="1">
            <a:spLocks noGrp="1" noChangeArrowheads="1"/>
          </p:cNvSpPr>
          <p:nvPr>
            <p:ph type="dt" idx="14"/>
          </p:nvPr>
        </p:nvSpPr>
        <p:spPr/>
        <p:txBody>
          <a:bodyPr/>
          <a:lstStyle>
            <a:lvl1pPr>
              <a:defRPr/>
            </a:lvl1pPr>
          </a:lstStyle>
          <a:p>
            <a:pPr>
              <a:defRPr/>
            </a:pPr>
            <a:endParaRPr lang="en-US" altLang="en-US"/>
          </a:p>
        </p:txBody>
      </p:sp>
      <p:sp>
        <p:nvSpPr>
          <p:cNvPr id="14" name="Google Shape;79;p10">
            <a:extLst>
              <a:ext uri="{FF2B5EF4-FFF2-40B4-BE49-F238E27FC236}">
                <a16:creationId xmlns:a16="http://schemas.microsoft.com/office/drawing/2014/main" id="{0BC918D9-B699-7168-2178-CB6508462CD0}"/>
              </a:ext>
            </a:extLst>
          </p:cNvPr>
          <p:cNvSpPr txBox="1">
            <a:spLocks noGrp="1" noChangeArrowheads="1"/>
          </p:cNvSpPr>
          <p:nvPr>
            <p:ph type="ftr" idx="15"/>
          </p:nvPr>
        </p:nvSpPr>
        <p:spPr/>
        <p:txBody>
          <a:bodyPr/>
          <a:lstStyle>
            <a:lvl1pPr>
              <a:defRPr/>
            </a:lvl1pPr>
          </a:lstStyle>
          <a:p>
            <a:pPr>
              <a:defRPr/>
            </a:pPr>
            <a:endParaRPr lang="en-US" altLang="en-US"/>
          </a:p>
        </p:txBody>
      </p:sp>
      <p:sp>
        <p:nvSpPr>
          <p:cNvPr id="15" name="Google Shape;80;p10">
            <a:extLst>
              <a:ext uri="{FF2B5EF4-FFF2-40B4-BE49-F238E27FC236}">
                <a16:creationId xmlns:a16="http://schemas.microsoft.com/office/drawing/2014/main" id="{36CEB53D-CAC7-01D7-2A63-4C838B83F36F}"/>
              </a:ext>
            </a:extLst>
          </p:cNvPr>
          <p:cNvSpPr txBox="1">
            <a:spLocks noGrp="1" noChangeArrowheads="1"/>
          </p:cNvSpPr>
          <p:nvPr>
            <p:ph type="sldNum" idx="16"/>
          </p:nvPr>
        </p:nvSpPr>
        <p:spPr/>
        <p:txBody>
          <a:bodyPr/>
          <a:lstStyle>
            <a:lvl1pPr>
              <a:defRPr smtClean="0"/>
            </a:lvl1pPr>
          </a:lstStyle>
          <a:p>
            <a:pPr>
              <a:defRPr/>
            </a:pPr>
            <a:fld id="{D31C08DE-CEAB-4E76-B3E4-E3FD441D8865}" type="slidenum">
              <a:rPr lang="en-US" altLang="en-US"/>
              <a:pPr>
                <a:defRPr/>
              </a:pPr>
              <a:t>‹#›</a:t>
            </a:fld>
            <a:endParaRPr lang="en-US" altLang="en-US"/>
          </a:p>
        </p:txBody>
      </p:sp>
    </p:spTree>
    <p:extLst>
      <p:ext uri="{BB962C8B-B14F-4D97-AF65-F5344CB8AC3E}">
        <p14:creationId xmlns:p14="http://schemas.microsoft.com/office/powerpoint/2010/main" val="46316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reak">
  <p:cSld name="Break">
    <p:spTree>
      <p:nvGrpSpPr>
        <p:cNvPr id="1" name="Shape 81"/>
        <p:cNvGrpSpPr/>
        <p:nvPr/>
      </p:nvGrpSpPr>
      <p:grpSpPr>
        <a:xfrm>
          <a:off x="0" y="0"/>
          <a:ext cx="0" cy="0"/>
          <a:chOff x="0" y="0"/>
          <a:chExt cx="0" cy="0"/>
        </a:xfrm>
      </p:grpSpPr>
      <p:cxnSp>
        <p:nvCxnSpPr>
          <p:cNvPr id="2" name="Google Shape;84;p11">
            <a:extLst>
              <a:ext uri="{FF2B5EF4-FFF2-40B4-BE49-F238E27FC236}">
                <a16:creationId xmlns:a16="http://schemas.microsoft.com/office/drawing/2014/main" id="{E537C98F-B93A-A33B-4D74-E857999A756B}"/>
              </a:ext>
            </a:extLst>
          </p:cNvPr>
          <p:cNvCxnSpPr>
            <a:cxnSpLocks noChangeShapeType="1"/>
          </p:cNvCxnSpPr>
          <p:nvPr/>
        </p:nvCxnSpPr>
        <p:spPr bwMode="auto">
          <a:xfrm>
            <a:off x="7154863" y="4003675"/>
            <a:ext cx="2133600" cy="4763"/>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grpSp>
        <p:nvGrpSpPr>
          <p:cNvPr id="3" name="Google Shape;85;p11">
            <a:extLst>
              <a:ext uri="{FF2B5EF4-FFF2-40B4-BE49-F238E27FC236}">
                <a16:creationId xmlns:a16="http://schemas.microsoft.com/office/drawing/2014/main" id="{2612FA76-B9C0-62A6-373B-0DAA7EF2E979}"/>
              </a:ext>
            </a:extLst>
          </p:cNvPr>
          <p:cNvGrpSpPr>
            <a:grpSpLocks/>
          </p:cNvGrpSpPr>
          <p:nvPr/>
        </p:nvGrpSpPr>
        <p:grpSpPr bwMode="auto">
          <a:xfrm rot="10800000">
            <a:off x="9509125" y="0"/>
            <a:ext cx="2682875" cy="2682875"/>
            <a:chOff x="0" y="12289"/>
            <a:chExt cx="3550" cy="3551"/>
          </a:xfrm>
        </p:grpSpPr>
        <p:sp>
          <p:nvSpPr>
            <p:cNvPr id="4" name="Google Shape;86;p11">
              <a:extLst>
                <a:ext uri="{FF2B5EF4-FFF2-40B4-BE49-F238E27FC236}">
                  <a16:creationId xmlns:a16="http://schemas.microsoft.com/office/drawing/2014/main" id="{547986DC-F715-9092-00DC-B27D480562C2}"/>
                </a:ext>
              </a:extLst>
            </p:cNvPr>
            <p:cNvSpPr>
              <a:spLocks/>
            </p:cNvSpPr>
            <p:nvPr/>
          </p:nvSpPr>
          <p:spPr bwMode="auto">
            <a:xfrm>
              <a:off x="0" y="12289"/>
              <a:ext cx="1789" cy="2386"/>
            </a:xfrm>
            <a:custGeom>
              <a:avLst/>
              <a:gdLst>
                <a:gd name="T0" fmla="*/ 0 w 1789"/>
                <a:gd name="T1" fmla="*/ 0 h 2386"/>
                <a:gd name="T2" fmla="*/ 0 w 1789"/>
                <a:gd name="T3" fmla="*/ 1194 h 2386"/>
                <a:gd name="T4" fmla="*/ 1192 w 1789"/>
                <a:gd name="T5" fmla="*/ 2386 h 2386"/>
                <a:gd name="T6" fmla="*/ 1789 w 1789"/>
                <a:gd name="T7" fmla="*/ 1789 h 2386"/>
                <a:gd name="T8" fmla="*/ 0 w 1789"/>
                <a:gd name="T9" fmla="*/ 0 h 23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89" h="2386" extrusionOk="0">
                  <a:moveTo>
                    <a:pt x="0" y="0"/>
                  </a:moveTo>
                  <a:lnTo>
                    <a:pt x="0" y="1194"/>
                  </a:lnTo>
                  <a:lnTo>
                    <a:pt x="1192" y="2386"/>
                  </a:lnTo>
                  <a:lnTo>
                    <a:pt x="1789" y="1789"/>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87;p11">
              <a:extLst>
                <a:ext uri="{FF2B5EF4-FFF2-40B4-BE49-F238E27FC236}">
                  <a16:creationId xmlns:a16="http://schemas.microsoft.com/office/drawing/2014/main" id="{23C2A61A-A7FE-8EB6-0968-19F98FB6C61D}"/>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 name="Google Shape;88;p11">
              <a:extLst>
                <a:ext uri="{FF2B5EF4-FFF2-40B4-BE49-F238E27FC236}">
                  <a16:creationId xmlns:a16="http://schemas.microsoft.com/office/drawing/2014/main" id="{3A0A565B-FF59-4354-7E1A-9773007324F9}"/>
                </a:ext>
              </a:extLst>
            </p:cNvPr>
            <p:cNvSpPr>
              <a:spLocks/>
            </p:cNvSpPr>
            <p:nvPr/>
          </p:nvSpPr>
          <p:spPr bwMode="auto">
            <a:xfrm>
              <a:off x="1221" y="14675"/>
              <a:ext cx="2329" cy="1165"/>
            </a:xfrm>
            <a:custGeom>
              <a:avLst/>
              <a:gdLst>
                <a:gd name="T0" fmla="*/ 2329 w 2329"/>
                <a:gd name="T1" fmla="*/ 1164 h 1165"/>
                <a:gd name="T2" fmla="*/ 1165 w 2329"/>
                <a:gd name="T3" fmla="*/ 0 h 1165"/>
                <a:gd name="T4" fmla="*/ 0 w 2329"/>
                <a:gd name="T5" fmla="*/ 1164 h 1165"/>
                <a:gd name="T6" fmla="*/ 2329 w 2329"/>
                <a:gd name="T7" fmla="*/ 1164 h 11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29" h="1165" extrusionOk="0">
                  <a:moveTo>
                    <a:pt x="2329" y="1164"/>
                  </a:moveTo>
                  <a:lnTo>
                    <a:pt x="1165" y="0"/>
                  </a:lnTo>
                  <a:lnTo>
                    <a:pt x="0" y="1164"/>
                  </a:lnTo>
                  <a:lnTo>
                    <a:pt x="2329" y="1164"/>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grpSp>
      <p:sp>
        <p:nvSpPr>
          <p:cNvPr id="82" name="Google Shape;82;p11"/>
          <p:cNvSpPr>
            <a:spLocks noGrp="1"/>
          </p:cNvSpPr>
          <p:nvPr>
            <p:ph type="pic" idx="2"/>
          </p:nvPr>
        </p:nvSpPr>
        <p:spPr>
          <a:xfrm>
            <a:off x="0" y="0"/>
            <a:ext cx="12191998" cy="6858000"/>
          </a:xfrm>
          <a:prstGeom prst="rect">
            <a:avLst/>
          </a:prstGeom>
          <a:solidFill>
            <a:schemeClr val="accent2"/>
          </a:solidFill>
          <a:ln>
            <a:noFill/>
          </a:ln>
        </p:spPr>
      </p:sp>
      <p:sp>
        <p:nvSpPr>
          <p:cNvPr id="83" name="Google Shape;83;p11"/>
          <p:cNvSpPr txBox="1">
            <a:spLocks noGrp="1"/>
          </p:cNvSpPr>
          <p:nvPr>
            <p:ph type="title"/>
          </p:nvPr>
        </p:nvSpPr>
        <p:spPr>
          <a:xfrm>
            <a:off x="7193943" y="3045437"/>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lt1"/>
              </a:buClr>
              <a:buSzPts val="4100"/>
              <a:buFont typeface="Franklin Gothic"/>
              <a:buNone/>
              <a:defRPr sz="4100" b="1" i="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840480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89"/>
        <p:cNvGrpSpPr/>
        <p:nvPr/>
      </p:nvGrpSpPr>
      <p:grpSpPr>
        <a:xfrm>
          <a:off x="0" y="0"/>
          <a:ext cx="0" cy="0"/>
          <a:chOff x="0" y="0"/>
          <a:chExt cx="0" cy="0"/>
        </a:xfrm>
      </p:grpSpPr>
      <p:sp>
        <p:nvSpPr>
          <p:cNvPr id="90" name="Google Shape;90;p12"/>
          <p:cNvSpPr>
            <a:spLocks noGrp="1"/>
          </p:cNvSpPr>
          <p:nvPr>
            <p:ph type="chart" idx="2"/>
          </p:nvPr>
        </p:nvSpPr>
        <p:spPr>
          <a:xfrm>
            <a:off x="952500" y="1939108"/>
            <a:ext cx="10352810" cy="4110702"/>
          </a:xfrm>
          <a:prstGeom prst="rect">
            <a:avLst/>
          </a:prstGeom>
          <a:noFill/>
          <a:ln>
            <a:noFill/>
          </a:ln>
        </p:spPr>
        <p:txBody>
          <a:bodyPr spcFirstLastPara="1">
            <a:normAutofit/>
          </a:bodyPr>
          <a:lstStyle>
            <a:lvl1pPr marR="0" lvl="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Libre Franklin"/>
                <a:ea typeface="Libre Franklin"/>
                <a:cs typeface="Libre Franklin"/>
                <a:sym typeface="Libre Franklin"/>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R="0" lvl="5"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R="0" lvl="6"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R="0" lvl="7"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R="0" lvl="8"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pPr lvl="0"/>
            <a:endParaRPr noProof="0">
              <a:sym typeface="Libre Franklin"/>
            </a:endParaRPr>
          </a:p>
        </p:txBody>
      </p:sp>
      <p:sp>
        <p:nvSpPr>
          <p:cNvPr id="91" name="Google Shape;91;p12"/>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2;p6">
            <a:extLst>
              <a:ext uri="{FF2B5EF4-FFF2-40B4-BE49-F238E27FC236}">
                <a16:creationId xmlns:a16="http://schemas.microsoft.com/office/drawing/2014/main" id="{51222E41-71EB-AF7A-69A3-885662CE6484}"/>
              </a:ext>
            </a:extLst>
          </p:cNvPr>
          <p:cNvSpPr txBox="1">
            <a:spLocks noGrp="1" noChangeArrowheads="1"/>
          </p:cNvSpPr>
          <p:nvPr>
            <p:ph type="dt" idx="11"/>
          </p:nvPr>
        </p:nvSpPr>
        <p:spPr>
          <a:ln/>
        </p:spPr>
        <p:txBody>
          <a:bodyPr/>
          <a:lstStyle>
            <a:lvl1pPr>
              <a:defRPr/>
            </a:lvl1pPr>
          </a:lstStyle>
          <a:p>
            <a:pPr>
              <a:defRPr/>
            </a:pPr>
            <a:endParaRPr lang="en-US" altLang="en-US"/>
          </a:p>
        </p:txBody>
      </p:sp>
      <p:sp>
        <p:nvSpPr>
          <p:cNvPr id="3" name="Google Shape;13;p6">
            <a:extLst>
              <a:ext uri="{FF2B5EF4-FFF2-40B4-BE49-F238E27FC236}">
                <a16:creationId xmlns:a16="http://schemas.microsoft.com/office/drawing/2014/main" id="{4E983F6D-961E-742F-B1D8-9E2A3B67363A}"/>
              </a:ext>
            </a:extLst>
          </p:cNvPr>
          <p:cNvSpPr txBox="1">
            <a:spLocks noGrp="1" noChangeArrowheads="1"/>
          </p:cNvSpPr>
          <p:nvPr>
            <p:ph type="ftr" idx="12"/>
          </p:nvPr>
        </p:nvSpPr>
        <p:spPr>
          <a:ln/>
        </p:spPr>
        <p:txBody>
          <a:bodyPr/>
          <a:lstStyle>
            <a:lvl1pPr>
              <a:defRPr/>
            </a:lvl1pPr>
          </a:lstStyle>
          <a:p>
            <a:pPr>
              <a:defRPr/>
            </a:pPr>
            <a:endParaRPr lang="en-US" altLang="en-US"/>
          </a:p>
        </p:txBody>
      </p:sp>
      <p:sp>
        <p:nvSpPr>
          <p:cNvPr id="4" name="Google Shape;14;p6">
            <a:extLst>
              <a:ext uri="{FF2B5EF4-FFF2-40B4-BE49-F238E27FC236}">
                <a16:creationId xmlns:a16="http://schemas.microsoft.com/office/drawing/2014/main" id="{2AEFBCCD-0C80-D467-9C69-D07EDF0554BC}"/>
              </a:ext>
            </a:extLst>
          </p:cNvPr>
          <p:cNvSpPr txBox="1">
            <a:spLocks noGrp="1" noChangeArrowheads="1"/>
          </p:cNvSpPr>
          <p:nvPr>
            <p:ph type="sldNum" idx="13"/>
          </p:nvPr>
        </p:nvSpPr>
        <p:spPr>
          <a:ln/>
        </p:spPr>
        <p:txBody>
          <a:bodyPr/>
          <a:lstStyle>
            <a:lvl1pPr>
              <a:defRPr/>
            </a:lvl1pPr>
          </a:lstStyle>
          <a:p>
            <a:pPr>
              <a:defRPr/>
            </a:pPr>
            <a:fld id="{39616259-5FA3-4364-AE42-8E46E812486D}" type="slidenum">
              <a:rPr lang="en-US" altLang="en-US"/>
              <a:pPr>
                <a:defRPr/>
              </a:pPr>
              <a:t>‹#›</a:t>
            </a:fld>
            <a:endParaRPr lang="en-US" altLang="en-US"/>
          </a:p>
        </p:txBody>
      </p:sp>
    </p:spTree>
    <p:extLst>
      <p:ext uri="{BB962C8B-B14F-4D97-AF65-F5344CB8AC3E}">
        <p14:creationId xmlns:p14="http://schemas.microsoft.com/office/powerpoint/2010/main" val="206561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2;p6">
            <a:extLst>
              <a:ext uri="{FF2B5EF4-FFF2-40B4-BE49-F238E27FC236}">
                <a16:creationId xmlns:a16="http://schemas.microsoft.com/office/drawing/2014/main" id="{C5680DFD-9DAA-22AF-BEDA-8B2992FDFF7B}"/>
              </a:ext>
            </a:extLst>
          </p:cNvPr>
          <p:cNvSpPr txBox="1">
            <a:spLocks noGrp="1" noChangeArrowheads="1"/>
          </p:cNvSpPr>
          <p:nvPr>
            <p:ph type="dt" idx="11"/>
          </p:nvPr>
        </p:nvSpPr>
        <p:spPr>
          <a:ln/>
        </p:spPr>
        <p:txBody>
          <a:bodyPr/>
          <a:lstStyle>
            <a:lvl1pPr>
              <a:defRPr/>
            </a:lvl1pPr>
          </a:lstStyle>
          <a:p>
            <a:pPr>
              <a:defRPr/>
            </a:pPr>
            <a:endParaRPr lang="en-US" altLang="en-US"/>
          </a:p>
        </p:txBody>
      </p:sp>
      <p:sp>
        <p:nvSpPr>
          <p:cNvPr id="3" name="Google Shape;13;p6">
            <a:extLst>
              <a:ext uri="{FF2B5EF4-FFF2-40B4-BE49-F238E27FC236}">
                <a16:creationId xmlns:a16="http://schemas.microsoft.com/office/drawing/2014/main" id="{270B0EA4-85EB-7DD4-C7C5-F3EE2AD1DF63}"/>
              </a:ext>
            </a:extLst>
          </p:cNvPr>
          <p:cNvSpPr txBox="1">
            <a:spLocks noGrp="1" noChangeArrowheads="1"/>
          </p:cNvSpPr>
          <p:nvPr>
            <p:ph type="ftr" idx="12"/>
          </p:nvPr>
        </p:nvSpPr>
        <p:spPr>
          <a:ln/>
        </p:spPr>
        <p:txBody>
          <a:bodyPr/>
          <a:lstStyle>
            <a:lvl1pPr>
              <a:defRPr/>
            </a:lvl1pPr>
          </a:lstStyle>
          <a:p>
            <a:pPr>
              <a:defRPr/>
            </a:pPr>
            <a:endParaRPr lang="en-US" altLang="en-US"/>
          </a:p>
        </p:txBody>
      </p:sp>
      <p:sp>
        <p:nvSpPr>
          <p:cNvPr id="4" name="Google Shape;14;p6">
            <a:extLst>
              <a:ext uri="{FF2B5EF4-FFF2-40B4-BE49-F238E27FC236}">
                <a16:creationId xmlns:a16="http://schemas.microsoft.com/office/drawing/2014/main" id="{895DD291-4523-75DB-B5FF-E15E9AAC8384}"/>
              </a:ext>
            </a:extLst>
          </p:cNvPr>
          <p:cNvSpPr txBox="1">
            <a:spLocks noGrp="1" noChangeArrowheads="1"/>
          </p:cNvSpPr>
          <p:nvPr>
            <p:ph type="sldNum" idx="13"/>
          </p:nvPr>
        </p:nvSpPr>
        <p:spPr>
          <a:ln/>
        </p:spPr>
        <p:txBody>
          <a:bodyPr/>
          <a:lstStyle>
            <a:lvl1pPr>
              <a:defRPr/>
            </a:lvl1pPr>
          </a:lstStyle>
          <a:p>
            <a:pPr>
              <a:defRPr/>
            </a:pPr>
            <a:fld id="{3C4C8FDD-B350-4B33-B11D-609F7C3914D0}" type="slidenum">
              <a:rPr lang="en-US" altLang="en-US"/>
              <a:pPr>
                <a:defRPr/>
              </a:pPr>
              <a:t>‹#›</a:t>
            </a:fld>
            <a:endParaRPr lang="en-US" altLang="en-US"/>
          </a:p>
        </p:txBody>
      </p:sp>
    </p:spTree>
    <p:extLst>
      <p:ext uri="{BB962C8B-B14F-4D97-AF65-F5344CB8AC3E}">
        <p14:creationId xmlns:p14="http://schemas.microsoft.com/office/powerpoint/2010/main" val="112739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00"/>
        <p:cNvGrpSpPr/>
        <p:nvPr/>
      </p:nvGrpSpPr>
      <p:grpSpPr>
        <a:xfrm>
          <a:off x="0" y="0"/>
          <a:ext cx="0" cy="0"/>
          <a:chOff x="0" y="0"/>
          <a:chExt cx="0" cy="0"/>
        </a:xfrm>
      </p:grpSpPr>
      <p:sp>
        <p:nvSpPr>
          <p:cNvPr id="2" name="Google Shape;102;p14">
            <a:extLst>
              <a:ext uri="{FF2B5EF4-FFF2-40B4-BE49-F238E27FC236}">
                <a16:creationId xmlns:a16="http://schemas.microsoft.com/office/drawing/2014/main" id="{D9DE693E-F67E-2E85-8BA8-CDEE6B8E0ACB}"/>
              </a:ext>
            </a:extLst>
          </p:cNvPr>
          <p:cNvSpPr txBox="1">
            <a:spLocks noChangeArrowheads="1"/>
          </p:cNvSpPr>
          <p:nvPr/>
        </p:nvSpPr>
        <p:spPr bwMode="auto">
          <a:xfrm>
            <a:off x="700088" y="547688"/>
            <a:ext cx="1589087" cy="3170237"/>
          </a:xfrm>
          <a:prstGeom prst="rect">
            <a:avLst/>
          </a:prstGeom>
          <a:noFill/>
          <a:ln>
            <a:noFill/>
          </a:ln>
        </p:spPr>
        <p:txBody>
          <a:bodyPr lIns="91425" tIns="45700" rIns="91425" bIns="457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r>
              <a:rPr lang="en-US" altLang="en-US" sz="20000" b="1">
                <a:latin typeface="Libre Franklin" pitchFamily="2" charset="0"/>
                <a:ea typeface="Libre Franklin" pitchFamily="2" charset="0"/>
                <a:cs typeface="Libre Franklin" pitchFamily="2" charset="0"/>
                <a:sym typeface="Libre Franklin" pitchFamily="2" charset="0"/>
              </a:rPr>
              <a:t>“</a:t>
            </a:r>
            <a:endParaRPr lang="en-US" altLang="en-US"/>
          </a:p>
        </p:txBody>
      </p:sp>
      <p:grpSp>
        <p:nvGrpSpPr>
          <p:cNvPr id="3" name="Google Shape;103;p14">
            <a:extLst>
              <a:ext uri="{FF2B5EF4-FFF2-40B4-BE49-F238E27FC236}">
                <a16:creationId xmlns:a16="http://schemas.microsoft.com/office/drawing/2014/main" id="{B914CF6C-4031-CD8D-46AD-BA61945F53EE}"/>
              </a:ext>
            </a:extLst>
          </p:cNvPr>
          <p:cNvGrpSpPr>
            <a:grpSpLocks/>
          </p:cNvGrpSpPr>
          <p:nvPr/>
        </p:nvGrpSpPr>
        <p:grpSpPr bwMode="auto">
          <a:xfrm>
            <a:off x="6362700" y="0"/>
            <a:ext cx="5829300" cy="3235325"/>
            <a:chOff x="5612972" y="1"/>
            <a:chExt cx="6615961" cy="3672246"/>
          </a:xfrm>
        </p:grpSpPr>
        <p:sp>
          <p:nvSpPr>
            <p:cNvPr id="4" name="Google Shape;104;p14">
              <a:extLst>
                <a:ext uri="{FF2B5EF4-FFF2-40B4-BE49-F238E27FC236}">
                  <a16:creationId xmlns:a16="http://schemas.microsoft.com/office/drawing/2014/main" id="{3AAAAE06-2495-EA60-81F3-9B2F6918B9EE}"/>
                </a:ext>
              </a:extLst>
            </p:cNvPr>
            <p:cNvSpPr/>
            <p:nvPr/>
          </p:nvSpPr>
          <p:spPr>
            <a:xfrm>
              <a:off x="5612972" y="1"/>
              <a:ext cx="4408840"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5" name="Google Shape;105;p14">
              <a:extLst>
                <a:ext uri="{FF2B5EF4-FFF2-40B4-BE49-F238E27FC236}">
                  <a16:creationId xmlns:a16="http://schemas.microsoft.com/office/drawing/2014/main" id="{B82C2A36-87D6-40E6-C813-1E697ACD12EF}"/>
                </a:ext>
              </a:extLst>
            </p:cNvPr>
            <p:cNvSpPr/>
            <p:nvPr/>
          </p:nvSpPr>
          <p:spPr>
            <a:xfrm>
              <a:off x="6340872" y="1463133"/>
              <a:ext cx="2208924" cy="2209114"/>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6" name="Google Shape;106;p14">
              <a:extLst>
                <a:ext uri="{FF2B5EF4-FFF2-40B4-BE49-F238E27FC236}">
                  <a16:creationId xmlns:a16="http://schemas.microsoft.com/office/drawing/2014/main" id="{041FD026-EB06-2E94-584F-4E6F103C4A9C}"/>
                </a:ext>
              </a:extLst>
            </p:cNvPr>
            <p:cNvSpPr/>
            <p:nvPr/>
          </p:nvSpPr>
          <p:spPr>
            <a:xfrm>
              <a:off x="8555201" y="1"/>
              <a:ext cx="1457601" cy="729765"/>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7" name="Google Shape;107;p14">
              <a:extLst>
                <a:ext uri="{FF2B5EF4-FFF2-40B4-BE49-F238E27FC236}">
                  <a16:creationId xmlns:a16="http://schemas.microsoft.com/office/drawing/2014/main" id="{69EB429B-6B92-83B4-32B7-C2256A10F3A0}"/>
                </a:ext>
              </a:extLst>
            </p:cNvPr>
            <p:cNvSpPr>
              <a:spLocks/>
            </p:cNvSpPr>
            <p:nvPr/>
          </p:nvSpPr>
          <p:spPr bwMode="auto">
            <a:xfrm>
              <a:off x="7076887" y="728289"/>
              <a:ext cx="2208196" cy="2208277"/>
            </a:xfrm>
            <a:custGeom>
              <a:avLst/>
              <a:gdLst>
                <a:gd name="T0" fmla="*/ 736887 w 1792"/>
                <a:gd name="T1" fmla="*/ 0 h 1792"/>
                <a:gd name="T2" fmla="*/ 0 w 1792"/>
                <a:gd name="T3" fmla="*/ 735682 h 1792"/>
                <a:gd name="T4" fmla="*/ 1472541 w 1792"/>
                <a:gd name="T5" fmla="*/ 2208277 h 1792"/>
                <a:gd name="T6" fmla="*/ 2208196 w 1792"/>
                <a:gd name="T7" fmla="*/ 1472595 h 1792"/>
                <a:gd name="T8" fmla="*/ 736887 w 1792"/>
                <a:gd name="T9" fmla="*/ 0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2" h="1792" extrusionOk="0">
                  <a:moveTo>
                    <a:pt x="598" y="0"/>
                  </a:moveTo>
                  <a:lnTo>
                    <a:pt x="0" y="597"/>
                  </a:lnTo>
                  <a:lnTo>
                    <a:pt x="1195" y="1792"/>
                  </a:lnTo>
                  <a:lnTo>
                    <a:pt x="1792" y="1195"/>
                  </a:lnTo>
                  <a:lnTo>
                    <a:pt x="598"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8" name="Google Shape;108;p14">
              <a:extLst>
                <a:ext uri="{FF2B5EF4-FFF2-40B4-BE49-F238E27FC236}">
                  <a16:creationId xmlns:a16="http://schemas.microsoft.com/office/drawing/2014/main" id="{FF3F8698-BF0A-ABF5-2C4B-24CA1B1A1F39}"/>
                </a:ext>
              </a:extLst>
            </p:cNvPr>
            <p:cNvSpPr/>
            <p:nvPr/>
          </p:nvSpPr>
          <p:spPr>
            <a:xfrm>
              <a:off x="9284902" y="727963"/>
              <a:ext cx="2944031" cy="2944284"/>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grpSp>
        <p:nvGrpSpPr>
          <p:cNvPr id="9" name="Google Shape;109;p14">
            <a:extLst>
              <a:ext uri="{FF2B5EF4-FFF2-40B4-BE49-F238E27FC236}">
                <a16:creationId xmlns:a16="http://schemas.microsoft.com/office/drawing/2014/main" id="{799B8685-15F8-B683-EF20-F230C94815AC}"/>
              </a:ext>
            </a:extLst>
          </p:cNvPr>
          <p:cNvGrpSpPr>
            <a:grpSpLocks/>
          </p:cNvGrpSpPr>
          <p:nvPr/>
        </p:nvGrpSpPr>
        <p:grpSpPr bwMode="auto">
          <a:xfrm rot="5400000" flipH="1">
            <a:off x="0" y="3900488"/>
            <a:ext cx="2959100" cy="2959100"/>
            <a:chOff x="0" y="12289"/>
            <a:chExt cx="3550" cy="3551"/>
          </a:xfrm>
        </p:grpSpPr>
        <p:sp>
          <p:nvSpPr>
            <p:cNvPr id="10" name="Google Shape;110;p14">
              <a:extLst>
                <a:ext uri="{FF2B5EF4-FFF2-40B4-BE49-F238E27FC236}">
                  <a16:creationId xmlns:a16="http://schemas.microsoft.com/office/drawing/2014/main" id="{566FA2CD-5871-DDCA-B958-E0FC91A7CA4F}"/>
                </a:ext>
              </a:extLst>
            </p:cNvPr>
            <p:cNvSpPr/>
            <p:nvPr/>
          </p:nvSpPr>
          <p:spPr>
            <a:xfrm>
              <a:off x="0" y="12289"/>
              <a:ext cx="1788" cy="2385"/>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11" name="Google Shape;111;p14">
              <a:extLst>
                <a:ext uri="{FF2B5EF4-FFF2-40B4-BE49-F238E27FC236}">
                  <a16:creationId xmlns:a16="http://schemas.microsoft.com/office/drawing/2014/main" id="{4434B2CB-0EEC-E262-6A4B-681255F7E430}"/>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12" name="Google Shape;112;p14">
              <a:extLst>
                <a:ext uri="{FF2B5EF4-FFF2-40B4-BE49-F238E27FC236}">
                  <a16:creationId xmlns:a16="http://schemas.microsoft.com/office/drawing/2014/main" id="{91D89A4D-E2F0-3D04-1821-B9546DE0C04E}"/>
                </a:ext>
              </a:extLst>
            </p:cNvPr>
            <p:cNvSpPr/>
            <p:nvPr/>
          </p:nvSpPr>
          <p:spPr>
            <a:xfrm>
              <a:off x="1221" y="14674"/>
              <a:ext cx="2329" cy="1166"/>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sp>
        <p:nvSpPr>
          <p:cNvPr id="101" name="Google Shape;101;p14"/>
          <p:cNvSpPr txBox="1">
            <a:spLocks noGrp="1"/>
          </p:cNvSpPr>
          <p:nvPr>
            <p:ph type="title"/>
          </p:nvPr>
        </p:nvSpPr>
        <p:spPr>
          <a:xfrm>
            <a:off x="964022" y="2476500"/>
            <a:ext cx="7132320" cy="3289971"/>
          </a:xfrm>
          <a:prstGeom prst="rect">
            <a:avLst/>
          </a:prstGeom>
          <a:noFill/>
          <a:ln>
            <a:noFill/>
          </a:ln>
        </p:spPr>
        <p:txBody>
          <a:bodyPr spcFirstLastPara="1" lIns="0" tIns="0" rIns="0" bIns="0" anchor="t">
            <a:normAutofit/>
          </a:bodyPr>
          <a:lstStyle>
            <a:lvl1pPr lvl="0" algn="l">
              <a:lnSpc>
                <a:spcPct val="100000"/>
              </a:lnSpc>
              <a:spcBef>
                <a:spcPts val="0"/>
              </a:spcBef>
              <a:spcAft>
                <a:spcPts val="0"/>
              </a:spcAft>
              <a:buClr>
                <a:schemeClr val="dk1"/>
              </a:buClr>
              <a:buSzPts val="2800"/>
              <a:buFont typeface="Libre Franklin"/>
              <a:buNone/>
              <a:defRPr sz="2800" b="0" i="0">
                <a:solidFill>
                  <a:schemeClr val="dk1"/>
                </a:solidFill>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370953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113"/>
        <p:cNvGrpSpPr/>
        <p:nvPr/>
      </p:nvGrpSpPr>
      <p:grpSpPr>
        <a:xfrm>
          <a:off x="0" y="0"/>
          <a:ext cx="0" cy="0"/>
          <a:chOff x="0" y="0"/>
          <a:chExt cx="0" cy="0"/>
        </a:xfrm>
      </p:grpSpPr>
      <p:grpSp>
        <p:nvGrpSpPr>
          <p:cNvPr id="2" name="Google Shape;114;p15">
            <a:extLst>
              <a:ext uri="{FF2B5EF4-FFF2-40B4-BE49-F238E27FC236}">
                <a16:creationId xmlns:a16="http://schemas.microsoft.com/office/drawing/2014/main" id="{087832F1-3FA9-4BFD-E2FF-E46C3D858654}"/>
              </a:ext>
            </a:extLst>
          </p:cNvPr>
          <p:cNvGrpSpPr>
            <a:grpSpLocks/>
          </p:cNvGrpSpPr>
          <p:nvPr/>
        </p:nvGrpSpPr>
        <p:grpSpPr bwMode="auto">
          <a:xfrm rot="5400000" flipH="1">
            <a:off x="0" y="3900488"/>
            <a:ext cx="2959100" cy="2959100"/>
            <a:chOff x="0" y="12289"/>
            <a:chExt cx="3550" cy="3551"/>
          </a:xfrm>
        </p:grpSpPr>
        <p:sp>
          <p:nvSpPr>
            <p:cNvPr id="3" name="Google Shape;115;p15">
              <a:extLst>
                <a:ext uri="{FF2B5EF4-FFF2-40B4-BE49-F238E27FC236}">
                  <a16:creationId xmlns:a16="http://schemas.microsoft.com/office/drawing/2014/main" id="{50ED1FD9-494E-AC2E-A894-FD6F838665A1}"/>
                </a:ext>
              </a:extLst>
            </p:cNvPr>
            <p:cNvSpPr/>
            <p:nvPr/>
          </p:nvSpPr>
          <p:spPr>
            <a:xfrm>
              <a:off x="0" y="12289"/>
              <a:ext cx="1788" cy="2385"/>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116;p15">
              <a:extLst>
                <a:ext uri="{FF2B5EF4-FFF2-40B4-BE49-F238E27FC236}">
                  <a16:creationId xmlns:a16="http://schemas.microsoft.com/office/drawing/2014/main" id="{BDC5E2A3-C5D8-6B63-0E2D-E88F1A78A1E6}"/>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117;p15">
              <a:extLst>
                <a:ext uri="{FF2B5EF4-FFF2-40B4-BE49-F238E27FC236}">
                  <a16:creationId xmlns:a16="http://schemas.microsoft.com/office/drawing/2014/main" id="{F74DD6EB-1D85-E155-C4B8-75D43EA0CE46}"/>
                </a:ext>
              </a:extLst>
            </p:cNvPr>
            <p:cNvSpPr/>
            <p:nvPr/>
          </p:nvSpPr>
          <p:spPr>
            <a:xfrm>
              <a:off x="1221" y="14674"/>
              <a:ext cx="2329" cy="1166"/>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6" name="Google Shape;120;p15">
            <a:extLst>
              <a:ext uri="{FF2B5EF4-FFF2-40B4-BE49-F238E27FC236}">
                <a16:creationId xmlns:a16="http://schemas.microsoft.com/office/drawing/2014/main" id="{4B1BAD1C-1AAC-E1BF-D9B5-9AD317537670}"/>
              </a:ext>
            </a:extLst>
          </p:cNvPr>
          <p:cNvCxnSpPr>
            <a:cxnSpLocks noChangeShapeType="1"/>
          </p:cNvCxnSpPr>
          <p:nvPr/>
        </p:nvCxnSpPr>
        <p:spPr bwMode="auto">
          <a:xfrm>
            <a:off x="952500" y="1938338"/>
            <a:ext cx="2133600" cy="0"/>
          </a:xfrm>
          <a:prstGeom prst="straightConnector1">
            <a:avLst/>
          </a:prstGeom>
          <a:noFill/>
          <a:ln w="101600">
            <a:solidFill>
              <a:schemeClr val="bg1"/>
            </a:solidFill>
            <a:miter lim="800000"/>
            <a:headEnd type="none" w="sm" len="sm"/>
            <a:tailEnd type="none" w="sm" len="sm"/>
          </a:ln>
          <a:extLst>
            <a:ext uri="{909E8E84-426E-40DD-AFC4-6F175D3DCCD1}">
              <a14:hiddenFill xmlns:a14="http://schemas.microsoft.com/office/drawing/2010/main">
                <a:noFill/>
              </a14:hiddenFill>
            </a:ext>
          </a:extLst>
        </p:spPr>
      </p:cxnSp>
      <p:grpSp>
        <p:nvGrpSpPr>
          <p:cNvPr id="7" name="Google Shape;130;p15">
            <a:extLst>
              <a:ext uri="{FF2B5EF4-FFF2-40B4-BE49-F238E27FC236}">
                <a16:creationId xmlns:a16="http://schemas.microsoft.com/office/drawing/2014/main" id="{B2F59EE3-F91A-2749-B221-8061D82AF9D9}"/>
              </a:ext>
            </a:extLst>
          </p:cNvPr>
          <p:cNvGrpSpPr>
            <a:grpSpLocks/>
          </p:cNvGrpSpPr>
          <p:nvPr/>
        </p:nvGrpSpPr>
        <p:grpSpPr bwMode="auto">
          <a:xfrm>
            <a:off x="6362700" y="0"/>
            <a:ext cx="5829300" cy="3235325"/>
            <a:chOff x="5612972" y="1"/>
            <a:chExt cx="6615961" cy="3672246"/>
          </a:xfrm>
        </p:grpSpPr>
        <p:sp>
          <p:nvSpPr>
            <p:cNvPr id="8" name="Google Shape;131;p15">
              <a:extLst>
                <a:ext uri="{FF2B5EF4-FFF2-40B4-BE49-F238E27FC236}">
                  <a16:creationId xmlns:a16="http://schemas.microsoft.com/office/drawing/2014/main" id="{1CB1E07C-BA14-D28A-1BA3-7DE9FA5F2C9E}"/>
                </a:ext>
              </a:extLst>
            </p:cNvPr>
            <p:cNvSpPr/>
            <p:nvPr/>
          </p:nvSpPr>
          <p:spPr>
            <a:xfrm>
              <a:off x="5612972" y="1"/>
              <a:ext cx="4408840"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9" name="Google Shape;132;p15">
              <a:extLst>
                <a:ext uri="{FF2B5EF4-FFF2-40B4-BE49-F238E27FC236}">
                  <a16:creationId xmlns:a16="http://schemas.microsoft.com/office/drawing/2014/main" id="{D867EA87-2725-B49E-E86B-8802824C32DB}"/>
                </a:ext>
              </a:extLst>
            </p:cNvPr>
            <p:cNvSpPr/>
            <p:nvPr/>
          </p:nvSpPr>
          <p:spPr>
            <a:xfrm>
              <a:off x="6340872" y="1463133"/>
              <a:ext cx="2208924" cy="2209114"/>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10" name="Google Shape;133;p15">
              <a:extLst>
                <a:ext uri="{FF2B5EF4-FFF2-40B4-BE49-F238E27FC236}">
                  <a16:creationId xmlns:a16="http://schemas.microsoft.com/office/drawing/2014/main" id="{B974CE77-F070-130C-37F7-7DC6EFC44942}"/>
                </a:ext>
              </a:extLst>
            </p:cNvPr>
            <p:cNvSpPr/>
            <p:nvPr/>
          </p:nvSpPr>
          <p:spPr>
            <a:xfrm>
              <a:off x="8555201" y="1"/>
              <a:ext cx="1457601" cy="729765"/>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11" name="Google Shape;134;p15">
              <a:extLst>
                <a:ext uri="{FF2B5EF4-FFF2-40B4-BE49-F238E27FC236}">
                  <a16:creationId xmlns:a16="http://schemas.microsoft.com/office/drawing/2014/main" id="{C399EF68-BA9B-3D84-158E-78BB1709618D}"/>
                </a:ext>
              </a:extLst>
            </p:cNvPr>
            <p:cNvSpPr>
              <a:spLocks/>
            </p:cNvSpPr>
            <p:nvPr/>
          </p:nvSpPr>
          <p:spPr bwMode="auto">
            <a:xfrm>
              <a:off x="7076887" y="728289"/>
              <a:ext cx="2208196" cy="2208277"/>
            </a:xfrm>
            <a:custGeom>
              <a:avLst/>
              <a:gdLst>
                <a:gd name="T0" fmla="*/ 736887 w 1792"/>
                <a:gd name="T1" fmla="*/ 0 h 1792"/>
                <a:gd name="T2" fmla="*/ 0 w 1792"/>
                <a:gd name="T3" fmla="*/ 735682 h 1792"/>
                <a:gd name="T4" fmla="*/ 1472541 w 1792"/>
                <a:gd name="T5" fmla="*/ 2208277 h 1792"/>
                <a:gd name="T6" fmla="*/ 2208196 w 1792"/>
                <a:gd name="T7" fmla="*/ 1472595 h 1792"/>
                <a:gd name="T8" fmla="*/ 736887 w 1792"/>
                <a:gd name="T9" fmla="*/ 0 h 1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92" h="1792" extrusionOk="0">
                  <a:moveTo>
                    <a:pt x="598" y="0"/>
                  </a:moveTo>
                  <a:lnTo>
                    <a:pt x="0" y="597"/>
                  </a:lnTo>
                  <a:lnTo>
                    <a:pt x="1195" y="1792"/>
                  </a:lnTo>
                  <a:lnTo>
                    <a:pt x="1792" y="1195"/>
                  </a:lnTo>
                  <a:lnTo>
                    <a:pt x="598"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12" name="Google Shape;135;p15">
              <a:extLst>
                <a:ext uri="{FF2B5EF4-FFF2-40B4-BE49-F238E27FC236}">
                  <a16:creationId xmlns:a16="http://schemas.microsoft.com/office/drawing/2014/main" id="{41AF8979-1811-98DC-7D3F-62966D7DD7E7}"/>
                </a:ext>
              </a:extLst>
            </p:cNvPr>
            <p:cNvSpPr/>
            <p:nvPr/>
          </p:nvSpPr>
          <p:spPr>
            <a:xfrm>
              <a:off x="9284902" y="727963"/>
              <a:ext cx="2944031" cy="2944284"/>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sp>
        <p:nvSpPr>
          <p:cNvPr id="118" name="Google Shape;118;p15"/>
          <p:cNvSpPr>
            <a:spLocks noGrp="1"/>
          </p:cNvSpPr>
          <p:nvPr>
            <p:ph type="pic" idx="2"/>
          </p:nvPr>
        </p:nvSpPr>
        <p:spPr>
          <a:xfrm>
            <a:off x="954268" y="2572883"/>
            <a:ext cx="2118245" cy="2037217"/>
          </a:xfrm>
          <a:prstGeom prst="rect">
            <a:avLst/>
          </a:prstGeom>
          <a:noFill/>
          <a:ln>
            <a:noFill/>
          </a:ln>
        </p:spPr>
      </p:sp>
      <p:sp>
        <p:nvSpPr>
          <p:cNvPr id="119" name="Google Shape;119;p15"/>
          <p:cNvSpPr txBox="1">
            <a:spLocks noGrp="1"/>
          </p:cNvSpPr>
          <p:nvPr>
            <p:ph type="title"/>
          </p:nvPr>
        </p:nvSpPr>
        <p:spPr>
          <a:xfrm>
            <a:off x="964022" y="879063"/>
            <a:ext cx="75322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5"/>
          <p:cNvSpPr>
            <a:spLocks noGrp="1"/>
          </p:cNvSpPr>
          <p:nvPr>
            <p:ph type="pic" idx="3"/>
          </p:nvPr>
        </p:nvSpPr>
        <p:spPr>
          <a:xfrm>
            <a:off x="3658280" y="2572883"/>
            <a:ext cx="2118245" cy="2037217"/>
          </a:xfrm>
          <a:prstGeom prst="rect">
            <a:avLst/>
          </a:prstGeom>
          <a:noFill/>
          <a:ln>
            <a:noFill/>
          </a:ln>
        </p:spPr>
      </p:sp>
      <p:sp>
        <p:nvSpPr>
          <p:cNvPr id="122" name="Google Shape;122;p15"/>
          <p:cNvSpPr txBox="1">
            <a:spLocks noGrp="1"/>
          </p:cNvSpPr>
          <p:nvPr>
            <p:ph type="body" idx="1"/>
          </p:nvPr>
        </p:nvSpPr>
        <p:spPr>
          <a:xfrm>
            <a:off x="952500" y="5393169"/>
            <a:ext cx="2133600"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15"/>
          <p:cNvSpPr txBox="1">
            <a:spLocks noGrp="1"/>
          </p:cNvSpPr>
          <p:nvPr>
            <p:ph type="body" idx="4"/>
          </p:nvPr>
        </p:nvSpPr>
        <p:spPr>
          <a:xfrm>
            <a:off x="952500" y="4986745"/>
            <a:ext cx="2133600"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15"/>
          <p:cNvSpPr txBox="1">
            <a:spLocks noGrp="1"/>
          </p:cNvSpPr>
          <p:nvPr>
            <p:ph type="body" idx="5"/>
          </p:nvPr>
        </p:nvSpPr>
        <p:spPr>
          <a:xfrm>
            <a:off x="3663042" y="5393169"/>
            <a:ext cx="2128157"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15"/>
          <p:cNvSpPr txBox="1">
            <a:spLocks noGrp="1"/>
          </p:cNvSpPr>
          <p:nvPr>
            <p:ph type="body" idx="6"/>
          </p:nvPr>
        </p:nvSpPr>
        <p:spPr>
          <a:xfrm>
            <a:off x="3663042" y="4986745"/>
            <a:ext cx="2128157"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6" name="Google Shape;126;p15"/>
          <p:cNvSpPr txBox="1">
            <a:spLocks noGrp="1"/>
          </p:cNvSpPr>
          <p:nvPr>
            <p:ph type="body" idx="7"/>
          </p:nvPr>
        </p:nvSpPr>
        <p:spPr>
          <a:xfrm>
            <a:off x="6367054" y="5393169"/>
            <a:ext cx="2129245"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7" name="Google Shape;127;p15"/>
          <p:cNvSpPr txBox="1">
            <a:spLocks noGrp="1"/>
          </p:cNvSpPr>
          <p:nvPr>
            <p:ph type="body" idx="8"/>
          </p:nvPr>
        </p:nvSpPr>
        <p:spPr>
          <a:xfrm>
            <a:off x="6367054" y="4986745"/>
            <a:ext cx="2129245"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8" name="Google Shape;128;p15"/>
          <p:cNvSpPr txBox="1">
            <a:spLocks noGrp="1"/>
          </p:cNvSpPr>
          <p:nvPr>
            <p:ph type="body" idx="9"/>
          </p:nvPr>
        </p:nvSpPr>
        <p:spPr>
          <a:xfrm>
            <a:off x="9110254" y="5393169"/>
            <a:ext cx="2129245"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9" name="Google Shape;129;p15"/>
          <p:cNvSpPr txBox="1">
            <a:spLocks noGrp="1"/>
          </p:cNvSpPr>
          <p:nvPr>
            <p:ph type="body" idx="13"/>
          </p:nvPr>
        </p:nvSpPr>
        <p:spPr>
          <a:xfrm>
            <a:off x="9110254" y="4986745"/>
            <a:ext cx="2129245"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6" name="Google Shape;136;p15"/>
          <p:cNvSpPr>
            <a:spLocks noGrp="1"/>
          </p:cNvSpPr>
          <p:nvPr>
            <p:ph type="pic" idx="14"/>
          </p:nvPr>
        </p:nvSpPr>
        <p:spPr>
          <a:xfrm>
            <a:off x="6362292" y="2572883"/>
            <a:ext cx="2118245" cy="2037217"/>
          </a:xfrm>
          <a:prstGeom prst="rect">
            <a:avLst/>
          </a:prstGeom>
          <a:noFill/>
          <a:ln>
            <a:noFill/>
          </a:ln>
        </p:spPr>
      </p:sp>
      <p:sp>
        <p:nvSpPr>
          <p:cNvPr id="137" name="Google Shape;137;p15"/>
          <p:cNvSpPr>
            <a:spLocks noGrp="1"/>
          </p:cNvSpPr>
          <p:nvPr>
            <p:ph type="pic" idx="15"/>
          </p:nvPr>
        </p:nvSpPr>
        <p:spPr>
          <a:xfrm>
            <a:off x="9112023" y="2572883"/>
            <a:ext cx="2118245" cy="2037217"/>
          </a:xfrm>
          <a:prstGeom prst="rect">
            <a:avLst/>
          </a:prstGeom>
          <a:noFill/>
          <a:ln>
            <a:noFill/>
          </a:ln>
        </p:spPr>
      </p:sp>
      <p:sp>
        <p:nvSpPr>
          <p:cNvPr id="13" name="Google Shape;138;p15">
            <a:extLst>
              <a:ext uri="{FF2B5EF4-FFF2-40B4-BE49-F238E27FC236}">
                <a16:creationId xmlns:a16="http://schemas.microsoft.com/office/drawing/2014/main" id="{E744ACCD-8F23-584C-C8D6-2B4BB6971F2C}"/>
              </a:ext>
            </a:extLst>
          </p:cNvPr>
          <p:cNvSpPr txBox="1">
            <a:spLocks noGrp="1" noChangeArrowheads="1"/>
          </p:cNvSpPr>
          <p:nvPr>
            <p:ph type="dt" idx="16"/>
          </p:nvPr>
        </p:nvSpPr>
        <p:spPr/>
        <p:txBody>
          <a:bodyPr/>
          <a:lstStyle>
            <a:lvl1pPr>
              <a:defRPr/>
            </a:lvl1pPr>
          </a:lstStyle>
          <a:p>
            <a:pPr>
              <a:defRPr/>
            </a:pPr>
            <a:endParaRPr lang="en-US" altLang="en-US"/>
          </a:p>
        </p:txBody>
      </p:sp>
      <p:sp>
        <p:nvSpPr>
          <p:cNvPr id="14" name="Google Shape;139;p15">
            <a:extLst>
              <a:ext uri="{FF2B5EF4-FFF2-40B4-BE49-F238E27FC236}">
                <a16:creationId xmlns:a16="http://schemas.microsoft.com/office/drawing/2014/main" id="{F9EE3AEC-D758-2AF9-DCA0-2D666482B028}"/>
              </a:ext>
            </a:extLst>
          </p:cNvPr>
          <p:cNvSpPr txBox="1">
            <a:spLocks noGrp="1" noChangeArrowheads="1"/>
          </p:cNvSpPr>
          <p:nvPr>
            <p:ph type="ftr" idx="17"/>
          </p:nvPr>
        </p:nvSpPr>
        <p:spPr/>
        <p:txBody>
          <a:bodyPr/>
          <a:lstStyle>
            <a:lvl1pPr>
              <a:defRPr/>
            </a:lvl1pPr>
          </a:lstStyle>
          <a:p>
            <a:pPr>
              <a:defRPr/>
            </a:pPr>
            <a:endParaRPr lang="en-US" altLang="en-US"/>
          </a:p>
        </p:txBody>
      </p:sp>
      <p:sp>
        <p:nvSpPr>
          <p:cNvPr id="15" name="Google Shape;140;p15">
            <a:extLst>
              <a:ext uri="{FF2B5EF4-FFF2-40B4-BE49-F238E27FC236}">
                <a16:creationId xmlns:a16="http://schemas.microsoft.com/office/drawing/2014/main" id="{52DF788D-8331-217C-1952-2E159B89DD9A}"/>
              </a:ext>
            </a:extLst>
          </p:cNvPr>
          <p:cNvSpPr txBox="1">
            <a:spLocks noGrp="1" noChangeArrowheads="1"/>
          </p:cNvSpPr>
          <p:nvPr>
            <p:ph type="sldNum" idx="18"/>
          </p:nvPr>
        </p:nvSpPr>
        <p:spPr/>
        <p:txBody>
          <a:bodyPr/>
          <a:lstStyle>
            <a:lvl1pPr>
              <a:defRPr smtClean="0"/>
            </a:lvl1pPr>
          </a:lstStyle>
          <a:p>
            <a:pPr>
              <a:defRPr/>
            </a:pPr>
            <a:fld id="{9CABCA99-2DD8-49D4-AED6-C0BB876372C6}" type="slidenum">
              <a:rPr lang="en-US" altLang="en-US"/>
              <a:pPr>
                <a:defRPr/>
              </a:pPr>
              <a:t>‹#›</a:t>
            </a:fld>
            <a:endParaRPr lang="en-US" altLang="en-US"/>
          </a:p>
        </p:txBody>
      </p:sp>
    </p:spTree>
    <p:extLst>
      <p:ext uri="{BB962C8B-B14F-4D97-AF65-F5344CB8AC3E}">
        <p14:creationId xmlns:p14="http://schemas.microsoft.com/office/powerpoint/2010/main" val="1199473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meline ">
  <p:cSld name="Timeline ">
    <p:spTree>
      <p:nvGrpSpPr>
        <p:cNvPr id="1" name="Shape 141"/>
        <p:cNvGrpSpPr/>
        <p:nvPr/>
      </p:nvGrpSpPr>
      <p:grpSpPr>
        <a:xfrm>
          <a:off x="0" y="0"/>
          <a:ext cx="0" cy="0"/>
          <a:chOff x="0" y="0"/>
          <a:chExt cx="0" cy="0"/>
        </a:xfrm>
      </p:grpSpPr>
      <p:cxnSp>
        <p:nvCxnSpPr>
          <p:cNvPr id="2" name="Google Shape;142;p16">
            <a:extLst>
              <a:ext uri="{FF2B5EF4-FFF2-40B4-BE49-F238E27FC236}">
                <a16:creationId xmlns:a16="http://schemas.microsoft.com/office/drawing/2014/main" id="{412C8667-D66A-2BD2-CCBF-02C003B956B9}"/>
              </a:ext>
            </a:extLst>
          </p:cNvPr>
          <p:cNvCxnSpPr/>
          <p:nvPr/>
        </p:nvCxnSpPr>
        <p:spPr>
          <a:xfrm flipH="1">
            <a:off x="1046163" y="2214563"/>
            <a:ext cx="1587"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3" name="Google Shape;143;p16">
            <a:extLst>
              <a:ext uri="{FF2B5EF4-FFF2-40B4-BE49-F238E27FC236}">
                <a16:creationId xmlns:a16="http://schemas.microsoft.com/office/drawing/2014/main" id="{0044FF33-5090-2272-3305-AF8D9837E557}"/>
              </a:ext>
            </a:extLst>
          </p:cNvPr>
          <p:cNvCxnSpPr/>
          <p:nvPr/>
        </p:nvCxnSpPr>
        <p:spPr>
          <a:xfrm flipH="1">
            <a:off x="6180138" y="2214563"/>
            <a:ext cx="11112"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4" name="Google Shape;144;p16">
            <a:extLst>
              <a:ext uri="{FF2B5EF4-FFF2-40B4-BE49-F238E27FC236}">
                <a16:creationId xmlns:a16="http://schemas.microsoft.com/office/drawing/2014/main" id="{9CAE0540-8380-5D0B-AB99-4FB5F7B93459}"/>
              </a:ext>
            </a:extLst>
          </p:cNvPr>
          <p:cNvCxnSpPr/>
          <p:nvPr/>
        </p:nvCxnSpPr>
        <p:spPr>
          <a:xfrm flipH="1">
            <a:off x="8745538" y="3905250"/>
            <a:ext cx="1587"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5" name="Google Shape;145;p16">
            <a:extLst>
              <a:ext uri="{FF2B5EF4-FFF2-40B4-BE49-F238E27FC236}">
                <a16:creationId xmlns:a16="http://schemas.microsoft.com/office/drawing/2014/main" id="{811CAC26-63F8-1985-2293-8D20ADE72936}"/>
              </a:ext>
            </a:extLst>
          </p:cNvPr>
          <p:cNvCxnSpPr/>
          <p:nvPr/>
        </p:nvCxnSpPr>
        <p:spPr>
          <a:xfrm flipH="1">
            <a:off x="3611563" y="3895725"/>
            <a:ext cx="1587"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6" name="Google Shape;155;p16">
            <a:extLst>
              <a:ext uri="{FF2B5EF4-FFF2-40B4-BE49-F238E27FC236}">
                <a16:creationId xmlns:a16="http://schemas.microsoft.com/office/drawing/2014/main" id="{DA79A8B6-5CA8-E531-B7EE-8771B3B3740A}"/>
              </a:ext>
            </a:extLst>
          </p:cNvPr>
          <p:cNvCxnSpPr/>
          <p:nvPr/>
        </p:nvCxnSpPr>
        <p:spPr>
          <a:xfrm>
            <a:off x="968375" y="3968750"/>
            <a:ext cx="10274300" cy="0"/>
          </a:xfrm>
          <a:prstGeom prst="straightConnector1">
            <a:avLst/>
          </a:prstGeom>
          <a:noFill/>
          <a:ln w="165100" cap="flat" cmpd="sng">
            <a:solidFill>
              <a:schemeClr val="accent3"/>
            </a:solidFill>
            <a:prstDash val="solid"/>
            <a:miter lim="800000"/>
            <a:headEnd type="none" w="sm" len="sm"/>
            <a:tailEnd type="none" w="sm" len="sm"/>
          </a:ln>
        </p:spPr>
      </p:cxnSp>
      <p:sp>
        <p:nvSpPr>
          <p:cNvPr id="7" name="Google Shape;156;p16">
            <a:extLst>
              <a:ext uri="{FF2B5EF4-FFF2-40B4-BE49-F238E27FC236}">
                <a16:creationId xmlns:a16="http://schemas.microsoft.com/office/drawing/2014/main" id="{D88E25C2-F9ED-2157-D8BE-072BE2459BDC}"/>
              </a:ext>
            </a:extLst>
          </p:cNvPr>
          <p:cNvSpPr>
            <a:spLocks noChangeArrowheads="1"/>
          </p:cNvSpPr>
          <p:nvPr/>
        </p:nvSpPr>
        <p:spPr bwMode="auto">
          <a:xfrm>
            <a:off x="963613" y="3883025"/>
            <a:ext cx="163512" cy="163513"/>
          </a:xfrm>
          <a:prstGeom prst="rect">
            <a:avLst/>
          </a:prstGeom>
          <a:solidFill>
            <a:schemeClr val="tx2"/>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800">
              <a:solidFill>
                <a:srgbClr val="FFFFFF"/>
              </a:solidFill>
              <a:latin typeface="Libre Franklin" pitchFamily="2" charset="0"/>
              <a:ea typeface="Libre Franklin" pitchFamily="2" charset="0"/>
              <a:cs typeface="Libre Franklin" pitchFamily="2" charset="0"/>
              <a:sym typeface="Libre Franklin" pitchFamily="2" charset="0"/>
            </a:endParaRPr>
          </a:p>
        </p:txBody>
      </p:sp>
      <p:sp>
        <p:nvSpPr>
          <p:cNvPr id="8" name="Google Shape;157;p16">
            <a:extLst>
              <a:ext uri="{FF2B5EF4-FFF2-40B4-BE49-F238E27FC236}">
                <a16:creationId xmlns:a16="http://schemas.microsoft.com/office/drawing/2014/main" id="{CBFE2AD2-966A-BD8A-4327-5CC0F40C719D}"/>
              </a:ext>
            </a:extLst>
          </p:cNvPr>
          <p:cNvSpPr>
            <a:spLocks noChangeArrowheads="1"/>
          </p:cNvSpPr>
          <p:nvPr/>
        </p:nvSpPr>
        <p:spPr bwMode="auto">
          <a:xfrm>
            <a:off x="3532188" y="3892550"/>
            <a:ext cx="161925" cy="163513"/>
          </a:xfrm>
          <a:prstGeom prst="rect">
            <a:avLst/>
          </a:prstGeom>
          <a:solidFill>
            <a:schemeClr val="tx2"/>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800">
              <a:solidFill>
                <a:srgbClr val="FFFFFF"/>
              </a:solidFill>
              <a:latin typeface="Libre Franklin" pitchFamily="2" charset="0"/>
              <a:ea typeface="Libre Franklin" pitchFamily="2" charset="0"/>
              <a:cs typeface="Libre Franklin" pitchFamily="2" charset="0"/>
              <a:sym typeface="Libre Franklin" pitchFamily="2" charset="0"/>
            </a:endParaRPr>
          </a:p>
        </p:txBody>
      </p:sp>
      <p:sp>
        <p:nvSpPr>
          <p:cNvPr id="9" name="Google Shape;158;p16">
            <a:extLst>
              <a:ext uri="{FF2B5EF4-FFF2-40B4-BE49-F238E27FC236}">
                <a16:creationId xmlns:a16="http://schemas.microsoft.com/office/drawing/2014/main" id="{1AACC9DE-F255-1FED-BDD0-141036ABF225}"/>
              </a:ext>
            </a:extLst>
          </p:cNvPr>
          <p:cNvSpPr>
            <a:spLocks noChangeArrowheads="1"/>
          </p:cNvSpPr>
          <p:nvPr/>
        </p:nvSpPr>
        <p:spPr bwMode="auto">
          <a:xfrm>
            <a:off x="6099175" y="3883025"/>
            <a:ext cx="163513" cy="163513"/>
          </a:xfrm>
          <a:prstGeom prst="rect">
            <a:avLst/>
          </a:prstGeom>
          <a:solidFill>
            <a:schemeClr val="tx2"/>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800">
              <a:solidFill>
                <a:srgbClr val="FFFFFF"/>
              </a:solidFill>
              <a:latin typeface="Libre Franklin" pitchFamily="2" charset="0"/>
              <a:ea typeface="Libre Franklin" pitchFamily="2" charset="0"/>
              <a:cs typeface="Libre Franklin" pitchFamily="2" charset="0"/>
              <a:sym typeface="Libre Franklin" pitchFamily="2" charset="0"/>
            </a:endParaRPr>
          </a:p>
        </p:txBody>
      </p:sp>
      <p:sp>
        <p:nvSpPr>
          <p:cNvPr id="10" name="Google Shape;159;p16">
            <a:extLst>
              <a:ext uri="{FF2B5EF4-FFF2-40B4-BE49-F238E27FC236}">
                <a16:creationId xmlns:a16="http://schemas.microsoft.com/office/drawing/2014/main" id="{F11E0793-1CF8-DCE7-AFB2-651E8E6CBFE3}"/>
              </a:ext>
            </a:extLst>
          </p:cNvPr>
          <p:cNvSpPr>
            <a:spLocks noChangeArrowheads="1"/>
          </p:cNvSpPr>
          <p:nvPr/>
        </p:nvSpPr>
        <p:spPr bwMode="auto">
          <a:xfrm>
            <a:off x="8666163" y="3892550"/>
            <a:ext cx="163512" cy="163513"/>
          </a:xfrm>
          <a:prstGeom prst="rect">
            <a:avLst/>
          </a:prstGeom>
          <a:solidFill>
            <a:schemeClr val="tx2"/>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800">
              <a:solidFill>
                <a:srgbClr val="FFFFFF"/>
              </a:solidFill>
              <a:latin typeface="Libre Franklin" pitchFamily="2" charset="0"/>
              <a:ea typeface="Libre Franklin" pitchFamily="2" charset="0"/>
              <a:cs typeface="Libre Franklin" pitchFamily="2" charset="0"/>
              <a:sym typeface="Libre Franklin" pitchFamily="2" charset="0"/>
            </a:endParaRPr>
          </a:p>
        </p:txBody>
      </p:sp>
      <p:sp>
        <p:nvSpPr>
          <p:cNvPr id="146" name="Google Shape;146;p16"/>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6"/>
          <p:cNvSpPr txBox="1">
            <a:spLocks noGrp="1"/>
          </p:cNvSpPr>
          <p:nvPr>
            <p:ph type="body" idx="1"/>
          </p:nvPr>
        </p:nvSpPr>
        <p:spPr>
          <a:xfrm>
            <a:off x="1296955" y="2934856"/>
            <a:ext cx="2133600"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8" name="Google Shape;148;p16"/>
          <p:cNvSpPr txBox="1">
            <a:spLocks noGrp="1"/>
          </p:cNvSpPr>
          <p:nvPr>
            <p:ph type="body" idx="2"/>
          </p:nvPr>
        </p:nvSpPr>
        <p:spPr>
          <a:xfrm>
            <a:off x="1296955" y="2568686"/>
            <a:ext cx="2133600"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9" name="Google Shape;149;p16"/>
          <p:cNvSpPr txBox="1">
            <a:spLocks noGrp="1"/>
          </p:cNvSpPr>
          <p:nvPr>
            <p:ph type="body" idx="3"/>
          </p:nvPr>
        </p:nvSpPr>
        <p:spPr>
          <a:xfrm>
            <a:off x="3897799" y="5087328"/>
            <a:ext cx="2133600"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0" name="Google Shape;150;p16"/>
          <p:cNvSpPr txBox="1">
            <a:spLocks noGrp="1"/>
          </p:cNvSpPr>
          <p:nvPr>
            <p:ph type="body" idx="4"/>
          </p:nvPr>
        </p:nvSpPr>
        <p:spPr>
          <a:xfrm>
            <a:off x="3897799" y="4701908"/>
            <a:ext cx="2133600"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1" name="Google Shape;151;p16"/>
          <p:cNvSpPr txBox="1">
            <a:spLocks noGrp="1"/>
          </p:cNvSpPr>
          <p:nvPr>
            <p:ph type="body" idx="5"/>
          </p:nvPr>
        </p:nvSpPr>
        <p:spPr>
          <a:xfrm>
            <a:off x="9001711" y="5087328"/>
            <a:ext cx="2133600"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2" name="Google Shape;152;p16"/>
          <p:cNvSpPr txBox="1">
            <a:spLocks noGrp="1"/>
          </p:cNvSpPr>
          <p:nvPr>
            <p:ph type="body" idx="6"/>
          </p:nvPr>
        </p:nvSpPr>
        <p:spPr>
          <a:xfrm>
            <a:off x="9001711" y="4701908"/>
            <a:ext cx="2133600"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3" name="Google Shape;153;p16"/>
          <p:cNvSpPr txBox="1">
            <a:spLocks noGrp="1"/>
          </p:cNvSpPr>
          <p:nvPr>
            <p:ph type="body" idx="7"/>
          </p:nvPr>
        </p:nvSpPr>
        <p:spPr>
          <a:xfrm>
            <a:off x="6438143" y="2934856"/>
            <a:ext cx="2133600" cy="369332"/>
          </a:xfrm>
          <a:prstGeom prst="rect">
            <a:avLst/>
          </a:prstGeom>
          <a:noFill/>
          <a:ln>
            <a:noFill/>
          </a:ln>
        </p:spPr>
        <p:txBody>
          <a:bodyPr spcFirstLastPara="1" lIns="0" tIns="0" rIns="0" bIns="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4" name="Google Shape;154;p16"/>
          <p:cNvSpPr txBox="1">
            <a:spLocks noGrp="1"/>
          </p:cNvSpPr>
          <p:nvPr>
            <p:ph type="body" idx="8"/>
          </p:nvPr>
        </p:nvSpPr>
        <p:spPr>
          <a:xfrm>
            <a:off x="6438143" y="2568686"/>
            <a:ext cx="2133600" cy="205837"/>
          </a:xfrm>
          <a:prstGeom prst="rect">
            <a:avLst/>
          </a:prstGeom>
          <a:noFill/>
          <a:ln>
            <a:noFill/>
          </a:ln>
        </p:spPr>
        <p:txBody>
          <a:bodyPr spcFirstLastPara="1" lIns="0" tIns="0" rIns="0" bIns="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 name="Google Shape;160;p16">
            <a:extLst>
              <a:ext uri="{FF2B5EF4-FFF2-40B4-BE49-F238E27FC236}">
                <a16:creationId xmlns:a16="http://schemas.microsoft.com/office/drawing/2014/main" id="{C3EF7EF0-53EE-6A00-4832-CDE741E73345}"/>
              </a:ext>
            </a:extLst>
          </p:cNvPr>
          <p:cNvSpPr txBox="1">
            <a:spLocks noGrp="1" noChangeArrowheads="1"/>
          </p:cNvSpPr>
          <p:nvPr>
            <p:ph type="dt" idx="10"/>
          </p:nvPr>
        </p:nvSpPr>
        <p:spPr/>
        <p:txBody>
          <a:bodyPr/>
          <a:lstStyle>
            <a:lvl1pPr>
              <a:defRPr/>
            </a:lvl1pPr>
          </a:lstStyle>
          <a:p>
            <a:pPr>
              <a:defRPr/>
            </a:pPr>
            <a:endParaRPr lang="en-US" altLang="en-US"/>
          </a:p>
        </p:txBody>
      </p:sp>
      <p:sp>
        <p:nvSpPr>
          <p:cNvPr id="12" name="Google Shape;161;p16">
            <a:extLst>
              <a:ext uri="{FF2B5EF4-FFF2-40B4-BE49-F238E27FC236}">
                <a16:creationId xmlns:a16="http://schemas.microsoft.com/office/drawing/2014/main" id="{B893ADCD-05FD-C1A6-9A54-F6280A46EF2E}"/>
              </a:ext>
            </a:extLst>
          </p:cNvPr>
          <p:cNvSpPr txBox="1">
            <a:spLocks noGrp="1" noChangeArrowheads="1"/>
          </p:cNvSpPr>
          <p:nvPr>
            <p:ph type="ftr" idx="11"/>
          </p:nvPr>
        </p:nvSpPr>
        <p:spPr/>
        <p:txBody>
          <a:bodyPr/>
          <a:lstStyle>
            <a:lvl1pPr>
              <a:defRPr/>
            </a:lvl1pPr>
          </a:lstStyle>
          <a:p>
            <a:pPr>
              <a:defRPr/>
            </a:pPr>
            <a:endParaRPr lang="en-US" altLang="en-US"/>
          </a:p>
        </p:txBody>
      </p:sp>
      <p:sp>
        <p:nvSpPr>
          <p:cNvPr id="13" name="Google Shape;162;p16">
            <a:extLst>
              <a:ext uri="{FF2B5EF4-FFF2-40B4-BE49-F238E27FC236}">
                <a16:creationId xmlns:a16="http://schemas.microsoft.com/office/drawing/2014/main" id="{BAC1DE35-E5EB-BA08-402A-9312847CDB81}"/>
              </a:ext>
            </a:extLst>
          </p:cNvPr>
          <p:cNvSpPr txBox="1">
            <a:spLocks noGrp="1" noChangeArrowheads="1"/>
          </p:cNvSpPr>
          <p:nvPr>
            <p:ph type="sldNum" idx="12"/>
          </p:nvPr>
        </p:nvSpPr>
        <p:spPr/>
        <p:txBody>
          <a:bodyPr/>
          <a:lstStyle>
            <a:lvl1pPr>
              <a:defRPr smtClean="0"/>
            </a:lvl1pPr>
          </a:lstStyle>
          <a:p>
            <a:pPr>
              <a:defRPr/>
            </a:pPr>
            <a:fld id="{081ECB8D-2B76-4371-9D65-79BFA191E09F}" type="slidenum">
              <a:rPr lang="en-US" altLang="en-US"/>
              <a:pPr>
                <a:defRPr/>
              </a:pPr>
              <a:t>‹#›</a:t>
            </a:fld>
            <a:endParaRPr lang="en-US" altLang="en-US"/>
          </a:p>
        </p:txBody>
      </p:sp>
    </p:spTree>
    <p:extLst>
      <p:ext uri="{BB962C8B-B14F-4D97-AF65-F5344CB8AC3E}">
        <p14:creationId xmlns:p14="http://schemas.microsoft.com/office/powerpoint/2010/main" val="2943757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
  <p:cSld name="2 Col">
    <p:spTree>
      <p:nvGrpSpPr>
        <p:cNvPr id="1" name="Shape 163"/>
        <p:cNvGrpSpPr/>
        <p:nvPr/>
      </p:nvGrpSpPr>
      <p:grpSpPr>
        <a:xfrm>
          <a:off x="0" y="0"/>
          <a:ext cx="0" cy="0"/>
          <a:chOff x="0" y="0"/>
          <a:chExt cx="0" cy="0"/>
        </a:xfrm>
      </p:grpSpPr>
      <p:grpSp>
        <p:nvGrpSpPr>
          <p:cNvPr id="2" name="Google Shape;164;p17">
            <a:extLst>
              <a:ext uri="{FF2B5EF4-FFF2-40B4-BE49-F238E27FC236}">
                <a16:creationId xmlns:a16="http://schemas.microsoft.com/office/drawing/2014/main" id="{C089EAA0-C34D-7F23-876E-8273DD285E97}"/>
              </a:ext>
            </a:extLst>
          </p:cNvPr>
          <p:cNvGrpSpPr>
            <a:grpSpLocks/>
          </p:cNvGrpSpPr>
          <p:nvPr/>
        </p:nvGrpSpPr>
        <p:grpSpPr bwMode="auto">
          <a:xfrm rot="5400000" flipH="1">
            <a:off x="0" y="3900488"/>
            <a:ext cx="2959100" cy="2959100"/>
            <a:chOff x="0" y="12289"/>
            <a:chExt cx="3550" cy="3551"/>
          </a:xfrm>
        </p:grpSpPr>
        <p:sp>
          <p:nvSpPr>
            <p:cNvPr id="3" name="Google Shape;165;p17">
              <a:extLst>
                <a:ext uri="{FF2B5EF4-FFF2-40B4-BE49-F238E27FC236}">
                  <a16:creationId xmlns:a16="http://schemas.microsoft.com/office/drawing/2014/main" id="{7D3C7D6F-49DB-6C7F-100B-F82839DA77A8}"/>
                </a:ext>
              </a:extLst>
            </p:cNvPr>
            <p:cNvSpPr/>
            <p:nvPr/>
          </p:nvSpPr>
          <p:spPr>
            <a:xfrm>
              <a:off x="0" y="12289"/>
              <a:ext cx="1788" cy="2385"/>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166;p17">
              <a:extLst>
                <a:ext uri="{FF2B5EF4-FFF2-40B4-BE49-F238E27FC236}">
                  <a16:creationId xmlns:a16="http://schemas.microsoft.com/office/drawing/2014/main" id="{9E1C3BDD-8A72-1954-F40B-9DC9157CD576}"/>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167;p17">
              <a:extLst>
                <a:ext uri="{FF2B5EF4-FFF2-40B4-BE49-F238E27FC236}">
                  <a16:creationId xmlns:a16="http://schemas.microsoft.com/office/drawing/2014/main" id="{48D1EF3F-D48E-7AAA-3156-F57F4FC78771}"/>
                </a:ext>
              </a:extLst>
            </p:cNvPr>
            <p:cNvSpPr/>
            <p:nvPr/>
          </p:nvSpPr>
          <p:spPr>
            <a:xfrm>
              <a:off x="1221" y="14674"/>
              <a:ext cx="2329" cy="1166"/>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6" name="Google Shape;169;p17">
            <a:extLst>
              <a:ext uri="{FF2B5EF4-FFF2-40B4-BE49-F238E27FC236}">
                <a16:creationId xmlns:a16="http://schemas.microsoft.com/office/drawing/2014/main" id="{71A86BC2-1C6F-5A30-9CE4-982BE5269EF3}"/>
              </a:ext>
            </a:extLst>
          </p:cNvPr>
          <p:cNvCxnSpPr>
            <a:cxnSpLocks noChangeShapeType="1"/>
          </p:cNvCxnSpPr>
          <p:nvPr/>
        </p:nvCxnSpPr>
        <p:spPr bwMode="auto">
          <a:xfrm>
            <a:off x="952500"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7" name="Google Shape;174;p17">
            <a:extLst>
              <a:ext uri="{FF2B5EF4-FFF2-40B4-BE49-F238E27FC236}">
                <a16:creationId xmlns:a16="http://schemas.microsoft.com/office/drawing/2014/main" id="{425D0650-CF14-488C-EF00-A23D638BEA51}"/>
              </a:ext>
            </a:extLst>
          </p:cNvPr>
          <p:cNvCxnSpPr>
            <a:cxnSpLocks noChangeShapeType="1"/>
          </p:cNvCxnSpPr>
          <p:nvPr/>
        </p:nvCxnSpPr>
        <p:spPr bwMode="auto">
          <a:xfrm>
            <a:off x="6362700"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sp>
        <p:nvSpPr>
          <p:cNvPr id="168" name="Google Shape;168;p17"/>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17"/>
          <p:cNvSpPr txBox="1">
            <a:spLocks noGrp="1"/>
          </p:cNvSpPr>
          <p:nvPr>
            <p:ph type="body" idx="1"/>
          </p:nvPr>
        </p:nvSpPr>
        <p:spPr>
          <a:xfrm>
            <a:off x="964023" y="2300984"/>
            <a:ext cx="4827178" cy="404216"/>
          </a:xfrm>
          <a:prstGeom prst="rect">
            <a:avLst/>
          </a:prstGeom>
          <a:noFill/>
          <a:ln>
            <a:noFill/>
          </a:ln>
        </p:spPr>
        <p:txBody>
          <a:bodyPr spcFirstLastPara="1" lIns="0" tIns="0" rIns="0" bIns="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1" name="Google Shape;171;p17"/>
          <p:cNvSpPr txBox="1">
            <a:spLocks noGrp="1"/>
          </p:cNvSpPr>
          <p:nvPr>
            <p:ph type="body" idx="2"/>
          </p:nvPr>
        </p:nvSpPr>
        <p:spPr>
          <a:xfrm>
            <a:off x="6362700" y="2300984"/>
            <a:ext cx="4764829" cy="404216"/>
          </a:xfrm>
          <a:prstGeom prst="rect">
            <a:avLst/>
          </a:prstGeom>
          <a:noFill/>
          <a:ln>
            <a:noFill/>
          </a:ln>
        </p:spPr>
        <p:txBody>
          <a:bodyPr spcFirstLastPara="1" lIns="0" tIns="0" rIns="0" bIns="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2" name="Google Shape;172;p17"/>
          <p:cNvSpPr txBox="1">
            <a:spLocks noGrp="1"/>
          </p:cNvSpPr>
          <p:nvPr>
            <p:ph type="body" idx="3"/>
          </p:nvPr>
        </p:nvSpPr>
        <p:spPr>
          <a:xfrm>
            <a:off x="964023" y="2799146"/>
            <a:ext cx="4827178" cy="1942138"/>
          </a:xfrm>
          <a:prstGeom prst="rect">
            <a:avLst/>
          </a:prstGeom>
          <a:noFill/>
          <a:ln>
            <a:noFill/>
          </a:ln>
        </p:spPr>
        <p:txBody>
          <a:bodyPr spcFirstLastPara="1" lIns="0" tIns="0" rIns="0" bIns="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3" name="Google Shape;173;p17"/>
          <p:cNvSpPr txBox="1">
            <a:spLocks noGrp="1"/>
          </p:cNvSpPr>
          <p:nvPr>
            <p:ph type="body" idx="4"/>
          </p:nvPr>
        </p:nvSpPr>
        <p:spPr>
          <a:xfrm>
            <a:off x="6362700" y="2799146"/>
            <a:ext cx="4756241" cy="1942138"/>
          </a:xfrm>
          <a:prstGeom prst="rect">
            <a:avLst/>
          </a:prstGeom>
          <a:noFill/>
          <a:ln>
            <a:noFill/>
          </a:ln>
        </p:spPr>
        <p:txBody>
          <a:bodyPr spcFirstLastPara="1" lIns="0" tIns="0" rIns="0" bIns="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 name="Google Shape;175;p17">
            <a:extLst>
              <a:ext uri="{FF2B5EF4-FFF2-40B4-BE49-F238E27FC236}">
                <a16:creationId xmlns:a16="http://schemas.microsoft.com/office/drawing/2014/main" id="{8E18AFC8-2DC8-41F7-1772-F41B1BE076BA}"/>
              </a:ext>
            </a:extLst>
          </p:cNvPr>
          <p:cNvSpPr txBox="1">
            <a:spLocks noGrp="1" noChangeArrowheads="1"/>
          </p:cNvSpPr>
          <p:nvPr>
            <p:ph type="dt" idx="10"/>
          </p:nvPr>
        </p:nvSpPr>
        <p:spPr/>
        <p:txBody>
          <a:bodyPr/>
          <a:lstStyle>
            <a:lvl1pPr>
              <a:defRPr/>
            </a:lvl1pPr>
          </a:lstStyle>
          <a:p>
            <a:pPr>
              <a:defRPr/>
            </a:pPr>
            <a:endParaRPr lang="en-US" altLang="en-US"/>
          </a:p>
        </p:txBody>
      </p:sp>
      <p:sp>
        <p:nvSpPr>
          <p:cNvPr id="9" name="Google Shape;176;p17">
            <a:extLst>
              <a:ext uri="{FF2B5EF4-FFF2-40B4-BE49-F238E27FC236}">
                <a16:creationId xmlns:a16="http://schemas.microsoft.com/office/drawing/2014/main" id="{F6170BC8-96F4-73AE-2FAB-418DA9202FCA}"/>
              </a:ext>
            </a:extLst>
          </p:cNvPr>
          <p:cNvSpPr txBox="1">
            <a:spLocks noGrp="1" noChangeArrowheads="1"/>
          </p:cNvSpPr>
          <p:nvPr>
            <p:ph type="ftr" idx="11"/>
          </p:nvPr>
        </p:nvSpPr>
        <p:spPr/>
        <p:txBody>
          <a:bodyPr/>
          <a:lstStyle>
            <a:lvl1pPr>
              <a:defRPr/>
            </a:lvl1pPr>
          </a:lstStyle>
          <a:p>
            <a:pPr>
              <a:defRPr/>
            </a:pPr>
            <a:endParaRPr lang="en-US" altLang="en-US"/>
          </a:p>
        </p:txBody>
      </p:sp>
      <p:sp>
        <p:nvSpPr>
          <p:cNvPr id="10" name="Google Shape;177;p17">
            <a:extLst>
              <a:ext uri="{FF2B5EF4-FFF2-40B4-BE49-F238E27FC236}">
                <a16:creationId xmlns:a16="http://schemas.microsoft.com/office/drawing/2014/main" id="{85D45609-37D1-A1E6-F800-F07F10D4C71C}"/>
              </a:ext>
            </a:extLst>
          </p:cNvPr>
          <p:cNvSpPr txBox="1">
            <a:spLocks noGrp="1" noChangeArrowheads="1"/>
          </p:cNvSpPr>
          <p:nvPr>
            <p:ph type="sldNum" idx="12"/>
          </p:nvPr>
        </p:nvSpPr>
        <p:spPr/>
        <p:txBody>
          <a:bodyPr/>
          <a:lstStyle>
            <a:lvl1pPr>
              <a:defRPr smtClean="0"/>
            </a:lvl1pPr>
          </a:lstStyle>
          <a:p>
            <a:pPr>
              <a:defRPr/>
            </a:pPr>
            <a:fld id="{D3EEDB7A-052E-4946-9497-B4A0D7612A12}" type="slidenum">
              <a:rPr lang="en-US" altLang="en-US"/>
              <a:pPr>
                <a:defRPr/>
              </a:pPr>
              <a:t>‹#›</a:t>
            </a:fld>
            <a:endParaRPr lang="en-US" altLang="en-US"/>
          </a:p>
        </p:txBody>
      </p:sp>
    </p:spTree>
    <p:extLst>
      <p:ext uri="{BB962C8B-B14F-4D97-AF65-F5344CB8AC3E}">
        <p14:creationId xmlns:p14="http://schemas.microsoft.com/office/powerpoint/2010/main" val="1243931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l">
  <p:cSld name="3 col">
    <p:spTree>
      <p:nvGrpSpPr>
        <p:cNvPr id="1" name="Shape 178"/>
        <p:cNvGrpSpPr/>
        <p:nvPr/>
      </p:nvGrpSpPr>
      <p:grpSpPr>
        <a:xfrm>
          <a:off x="0" y="0"/>
          <a:ext cx="0" cy="0"/>
          <a:chOff x="0" y="0"/>
          <a:chExt cx="0" cy="0"/>
        </a:xfrm>
      </p:grpSpPr>
      <p:grpSp>
        <p:nvGrpSpPr>
          <p:cNvPr id="2" name="Google Shape;179;p18">
            <a:extLst>
              <a:ext uri="{FF2B5EF4-FFF2-40B4-BE49-F238E27FC236}">
                <a16:creationId xmlns:a16="http://schemas.microsoft.com/office/drawing/2014/main" id="{CB450A1C-D46F-7C58-67E6-0A4EF9434D53}"/>
              </a:ext>
            </a:extLst>
          </p:cNvPr>
          <p:cNvGrpSpPr>
            <a:grpSpLocks/>
          </p:cNvGrpSpPr>
          <p:nvPr/>
        </p:nvGrpSpPr>
        <p:grpSpPr bwMode="auto">
          <a:xfrm rot="5400000" flipH="1">
            <a:off x="0" y="3900488"/>
            <a:ext cx="2959100" cy="2959100"/>
            <a:chOff x="0" y="12289"/>
            <a:chExt cx="3550" cy="3551"/>
          </a:xfrm>
        </p:grpSpPr>
        <p:sp>
          <p:nvSpPr>
            <p:cNvPr id="3" name="Google Shape;180;p18">
              <a:extLst>
                <a:ext uri="{FF2B5EF4-FFF2-40B4-BE49-F238E27FC236}">
                  <a16:creationId xmlns:a16="http://schemas.microsoft.com/office/drawing/2014/main" id="{C4BB7215-5D65-C4FD-5CC4-B666BF690A8C}"/>
                </a:ext>
              </a:extLst>
            </p:cNvPr>
            <p:cNvSpPr/>
            <p:nvPr/>
          </p:nvSpPr>
          <p:spPr>
            <a:xfrm>
              <a:off x="0" y="12289"/>
              <a:ext cx="1788" cy="2385"/>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4" name="Google Shape;181;p18">
              <a:extLst>
                <a:ext uri="{FF2B5EF4-FFF2-40B4-BE49-F238E27FC236}">
                  <a16:creationId xmlns:a16="http://schemas.microsoft.com/office/drawing/2014/main" id="{DAE00292-52AC-A3B0-41B7-31EF03D78D28}"/>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5" name="Google Shape;182;p18">
              <a:extLst>
                <a:ext uri="{FF2B5EF4-FFF2-40B4-BE49-F238E27FC236}">
                  <a16:creationId xmlns:a16="http://schemas.microsoft.com/office/drawing/2014/main" id="{C95079D4-042B-1DAA-803E-C8481EFA49A1}"/>
                </a:ext>
              </a:extLst>
            </p:cNvPr>
            <p:cNvSpPr/>
            <p:nvPr/>
          </p:nvSpPr>
          <p:spPr>
            <a:xfrm>
              <a:off x="1221" y="14674"/>
              <a:ext cx="2329" cy="1166"/>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cxnSp>
        <p:nvCxnSpPr>
          <p:cNvPr id="6" name="Google Shape;184;p18">
            <a:extLst>
              <a:ext uri="{FF2B5EF4-FFF2-40B4-BE49-F238E27FC236}">
                <a16:creationId xmlns:a16="http://schemas.microsoft.com/office/drawing/2014/main" id="{25D37D89-6A5F-46B3-89E5-79731F270DCC}"/>
              </a:ext>
            </a:extLst>
          </p:cNvPr>
          <p:cNvCxnSpPr>
            <a:cxnSpLocks noChangeShapeType="1"/>
          </p:cNvCxnSpPr>
          <p:nvPr/>
        </p:nvCxnSpPr>
        <p:spPr bwMode="auto">
          <a:xfrm>
            <a:off x="952500"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7" name="Google Shape;191;p18">
            <a:extLst>
              <a:ext uri="{FF2B5EF4-FFF2-40B4-BE49-F238E27FC236}">
                <a16:creationId xmlns:a16="http://schemas.microsoft.com/office/drawing/2014/main" id="{B3580585-93D9-AFB1-D857-627CDEB958CA}"/>
              </a:ext>
            </a:extLst>
          </p:cNvPr>
          <p:cNvCxnSpPr>
            <a:cxnSpLocks noChangeShapeType="1"/>
          </p:cNvCxnSpPr>
          <p:nvPr/>
        </p:nvCxnSpPr>
        <p:spPr bwMode="auto">
          <a:xfrm>
            <a:off x="4568825"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8" name="Google Shape;192;p18">
            <a:extLst>
              <a:ext uri="{FF2B5EF4-FFF2-40B4-BE49-F238E27FC236}">
                <a16:creationId xmlns:a16="http://schemas.microsoft.com/office/drawing/2014/main" id="{1281104B-026B-EEFB-DDBF-AF0CD984632F}"/>
              </a:ext>
            </a:extLst>
          </p:cNvPr>
          <p:cNvCxnSpPr>
            <a:cxnSpLocks noChangeShapeType="1"/>
          </p:cNvCxnSpPr>
          <p:nvPr/>
        </p:nvCxnSpPr>
        <p:spPr bwMode="auto">
          <a:xfrm>
            <a:off x="8186738" y="1938338"/>
            <a:ext cx="2133600" cy="4762"/>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sp>
        <p:nvSpPr>
          <p:cNvPr id="183" name="Google Shape;183;p18"/>
          <p:cNvSpPr txBox="1">
            <a:spLocks noGrp="1"/>
          </p:cNvSpPr>
          <p:nvPr>
            <p:ph type="title"/>
          </p:nvPr>
        </p:nvSpPr>
        <p:spPr>
          <a:xfrm>
            <a:off x="964023" y="879063"/>
            <a:ext cx="49414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18"/>
          <p:cNvSpPr txBox="1">
            <a:spLocks noGrp="1"/>
          </p:cNvSpPr>
          <p:nvPr>
            <p:ph type="body" idx="1"/>
          </p:nvPr>
        </p:nvSpPr>
        <p:spPr>
          <a:xfrm>
            <a:off x="952500" y="2300156"/>
            <a:ext cx="3036477" cy="404216"/>
          </a:xfrm>
          <a:prstGeom prst="rect">
            <a:avLst/>
          </a:prstGeom>
          <a:noFill/>
          <a:ln>
            <a:noFill/>
          </a:ln>
        </p:spPr>
        <p:txBody>
          <a:bodyPr spcFirstLastPara="1" lIns="0" tIns="0" rIns="0" bIns="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6" name="Google Shape;186;p18"/>
          <p:cNvSpPr txBox="1">
            <a:spLocks noGrp="1"/>
          </p:cNvSpPr>
          <p:nvPr>
            <p:ph type="body" idx="2"/>
          </p:nvPr>
        </p:nvSpPr>
        <p:spPr>
          <a:xfrm>
            <a:off x="952500" y="2799146"/>
            <a:ext cx="3036477" cy="1942138"/>
          </a:xfrm>
          <a:prstGeom prst="rect">
            <a:avLst/>
          </a:prstGeom>
          <a:noFill/>
          <a:ln>
            <a:noFill/>
          </a:ln>
        </p:spPr>
        <p:txBody>
          <a:bodyPr spcFirstLastPara="1" lIns="0" tIns="0" rIns="0" bIns="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7" name="Google Shape;187;p18"/>
          <p:cNvSpPr txBox="1">
            <a:spLocks noGrp="1"/>
          </p:cNvSpPr>
          <p:nvPr>
            <p:ph type="body" idx="3"/>
          </p:nvPr>
        </p:nvSpPr>
        <p:spPr>
          <a:xfrm>
            <a:off x="4569372" y="2300156"/>
            <a:ext cx="3036477" cy="404216"/>
          </a:xfrm>
          <a:prstGeom prst="rect">
            <a:avLst/>
          </a:prstGeom>
          <a:noFill/>
          <a:ln>
            <a:noFill/>
          </a:ln>
        </p:spPr>
        <p:txBody>
          <a:bodyPr spcFirstLastPara="1" lIns="0" tIns="0" rIns="0" bIns="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8" name="Google Shape;188;p18"/>
          <p:cNvSpPr txBox="1">
            <a:spLocks noGrp="1"/>
          </p:cNvSpPr>
          <p:nvPr>
            <p:ph type="body" idx="4"/>
          </p:nvPr>
        </p:nvSpPr>
        <p:spPr>
          <a:xfrm>
            <a:off x="4569372" y="2799146"/>
            <a:ext cx="3050628" cy="1942138"/>
          </a:xfrm>
          <a:prstGeom prst="rect">
            <a:avLst/>
          </a:prstGeom>
          <a:noFill/>
          <a:ln>
            <a:noFill/>
          </a:ln>
        </p:spPr>
        <p:txBody>
          <a:bodyPr spcFirstLastPara="1" lIns="0" tIns="0" rIns="0" bIns="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9" name="Google Shape;189;p18"/>
          <p:cNvSpPr txBox="1">
            <a:spLocks noGrp="1"/>
          </p:cNvSpPr>
          <p:nvPr>
            <p:ph type="body" idx="5"/>
          </p:nvPr>
        </p:nvSpPr>
        <p:spPr>
          <a:xfrm>
            <a:off x="8187017" y="2300156"/>
            <a:ext cx="3036477" cy="404216"/>
          </a:xfrm>
          <a:prstGeom prst="rect">
            <a:avLst/>
          </a:prstGeom>
          <a:noFill/>
          <a:ln>
            <a:noFill/>
          </a:ln>
        </p:spPr>
        <p:txBody>
          <a:bodyPr spcFirstLastPara="1" lIns="0" tIns="0" rIns="0" bIns="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90" name="Google Shape;190;p18"/>
          <p:cNvSpPr txBox="1">
            <a:spLocks noGrp="1"/>
          </p:cNvSpPr>
          <p:nvPr>
            <p:ph type="body" idx="6"/>
          </p:nvPr>
        </p:nvSpPr>
        <p:spPr>
          <a:xfrm>
            <a:off x="8187017" y="2799146"/>
            <a:ext cx="3036477" cy="1942138"/>
          </a:xfrm>
          <a:prstGeom prst="rect">
            <a:avLst/>
          </a:prstGeom>
          <a:noFill/>
          <a:ln>
            <a:noFill/>
          </a:ln>
        </p:spPr>
        <p:txBody>
          <a:bodyPr spcFirstLastPara="1" lIns="0" tIns="0" rIns="0" bIns="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9" name="Google Shape;193;p18">
            <a:extLst>
              <a:ext uri="{FF2B5EF4-FFF2-40B4-BE49-F238E27FC236}">
                <a16:creationId xmlns:a16="http://schemas.microsoft.com/office/drawing/2014/main" id="{143171ED-73BF-50B8-8B5A-3B9ADF586F2F}"/>
              </a:ext>
            </a:extLst>
          </p:cNvPr>
          <p:cNvSpPr txBox="1">
            <a:spLocks noGrp="1" noChangeArrowheads="1"/>
          </p:cNvSpPr>
          <p:nvPr>
            <p:ph type="dt" idx="10"/>
          </p:nvPr>
        </p:nvSpPr>
        <p:spPr/>
        <p:txBody>
          <a:bodyPr/>
          <a:lstStyle>
            <a:lvl1pPr>
              <a:defRPr/>
            </a:lvl1pPr>
          </a:lstStyle>
          <a:p>
            <a:pPr>
              <a:defRPr/>
            </a:pPr>
            <a:endParaRPr lang="en-US" altLang="en-US"/>
          </a:p>
        </p:txBody>
      </p:sp>
      <p:sp>
        <p:nvSpPr>
          <p:cNvPr id="10" name="Google Shape;194;p18">
            <a:extLst>
              <a:ext uri="{FF2B5EF4-FFF2-40B4-BE49-F238E27FC236}">
                <a16:creationId xmlns:a16="http://schemas.microsoft.com/office/drawing/2014/main" id="{85DA3CE6-53C1-4ED7-98D4-A464DB6163EF}"/>
              </a:ext>
            </a:extLst>
          </p:cNvPr>
          <p:cNvSpPr txBox="1">
            <a:spLocks noGrp="1" noChangeArrowheads="1"/>
          </p:cNvSpPr>
          <p:nvPr>
            <p:ph type="ftr" idx="11"/>
          </p:nvPr>
        </p:nvSpPr>
        <p:spPr/>
        <p:txBody>
          <a:bodyPr/>
          <a:lstStyle>
            <a:lvl1pPr>
              <a:defRPr/>
            </a:lvl1pPr>
          </a:lstStyle>
          <a:p>
            <a:pPr>
              <a:defRPr/>
            </a:pPr>
            <a:endParaRPr lang="en-US" altLang="en-US"/>
          </a:p>
        </p:txBody>
      </p:sp>
      <p:sp>
        <p:nvSpPr>
          <p:cNvPr id="11" name="Google Shape;195;p18">
            <a:extLst>
              <a:ext uri="{FF2B5EF4-FFF2-40B4-BE49-F238E27FC236}">
                <a16:creationId xmlns:a16="http://schemas.microsoft.com/office/drawing/2014/main" id="{244B8D8E-4F7B-DC56-F582-5DF7F9E8B914}"/>
              </a:ext>
            </a:extLst>
          </p:cNvPr>
          <p:cNvSpPr txBox="1">
            <a:spLocks noGrp="1" noChangeArrowheads="1"/>
          </p:cNvSpPr>
          <p:nvPr>
            <p:ph type="sldNum" idx="12"/>
          </p:nvPr>
        </p:nvSpPr>
        <p:spPr/>
        <p:txBody>
          <a:bodyPr/>
          <a:lstStyle>
            <a:lvl1pPr>
              <a:defRPr smtClean="0"/>
            </a:lvl1pPr>
          </a:lstStyle>
          <a:p>
            <a:pPr>
              <a:defRPr/>
            </a:pPr>
            <a:fld id="{CE055AC1-0584-471C-97E4-A565F3C2F73D}" type="slidenum">
              <a:rPr lang="en-US" altLang="en-US"/>
              <a:pPr>
                <a:defRPr/>
              </a:pPr>
              <a:t>‹#›</a:t>
            </a:fld>
            <a:endParaRPr lang="en-US" altLang="en-US"/>
          </a:p>
        </p:txBody>
      </p:sp>
    </p:spTree>
    <p:extLst>
      <p:ext uri="{BB962C8B-B14F-4D97-AF65-F5344CB8AC3E}">
        <p14:creationId xmlns:p14="http://schemas.microsoft.com/office/powerpoint/2010/main" val="3355494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196"/>
        <p:cNvGrpSpPr/>
        <p:nvPr/>
      </p:nvGrpSpPr>
      <p:grpSpPr>
        <a:xfrm>
          <a:off x="0" y="0"/>
          <a:ext cx="0" cy="0"/>
          <a:chOff x="0" y="0"/>
          <a:chExt cx="0" cy="0"/>
        </a:xfrm>
      </p:grpSpPr>
      <p:cxnSp>
        <p:nvCxnSpPr>
          <p:cNvPr id="2" name="Google Shape;200;p19">
            <a:extLst>
              <a:ext uri="{FF2B5EF4-FFF2-40B4-BE49-F238E27FC236}">
                <a16:creationId xmlns:a16="http://schemas.microsoft.com/office/drawing/2014/main" id="{228D9176-205C-8A5F-B52A-92EB7F457542}"/>
              </a:ext>
            </a:extLst>
          </p:cNvPr>
          <p:cNvCxnSpPr>
            <a:cxnSpLocks noChangeShapeType="1"/>
          </p:cNvCxnSpPr>
          <p:nvPr/>
        </p:nvCxnSpPr>
        <p:spPr bwMode="auto">
          <a:xfrm>
            <a:off x="6896100" y="3233738"/>
            <a:ext cx="2133600" cy="3175"/>
          </a:xfrm>
          <a:prstGeom prst="straightConnector1">
            <a:avLst/>
          </a:prstGeom>
          <a:noFill/>
          <a:ln w="101600">
            <a:solidFill>
              <a:schemeClr val="tx2"/>
            </a:solidFill>
            <a:miter lim="800000"/>
            <a:headEnd type="none" w="sm" len="sm"/>
            <a:tailEnd type="none" w="sm" len="sm"/>
          </a:ln>
          <a:extLst>
            <a:ext uri="{909E8E84-426E-40DD-AFC4-6F175D3DCCD1}">
              <a14:hiddenFill xmlns:a14="http://schemas.microsoft.com/office/drawing/2010/main">
                <a:noFill/>
              </a14:hiddenFill>
            </a:ext>
          </a:extLst>
        </p:spPr>
      </p:cxnSp>
      <p:grpSp>
        <p:nvGrpSpPr>
          <p:cNvPr id="3" name="Google Shape;202;p19">
            <a:extLst>
              <a:ext uri="{FF2B5EF4-FFF2-40B4-BE49-F238E27FC236}">
                <a16:creationId xmlns:a16="http://schemas.microsoft.com/office/drawing/2014/main" id="{58E65159-72A3-D956-5902-5FC8E41AA016}"/>
              </a:ext>
            </a:extLst>
          </p:cNvPr>
          <p:cNvGrpSpPr>
            <a:grpSpLocks/>
          </p:cNvGrpSpPr>
          <p:nvPr/>
        </p:nvGrpSpPr>
        <p:grpSpPr bwMode="auto">
          <a:xfrm rot="10800000">
            <a:off x="8869363" y="0"/>
            <a:ext cx="3325812" cy="3325813"/>
            <a:chOff x="0" y="12289"/>
            <a:chExt cx="3550" cy="3551"/>
          </a:xfrm>
        </p:grpSpPr>
        <p:sp>
          <p:nvSpPr>
            <p:cNvPr id="4" name="Google Shape;203;p19">
              <a:extLst>
                <a:ext uri="{FF2B5EF4-FFF2-40B4-BE49-F238E27FC236}">
                  <a16:creationId xmlns:a16="http://schemas.microsoft.com/office/drawing/2014/main" id="{B9C1BD88-12C7-9CB0-1561-6555B7E27E44}"/>
                </a:ext>
              </a:extLst>
            </p:cNvPr>
            <p:cNvSpPr/>
            <p:nvPr/>
          </p:nvSpPr>
          <p:spPr>
            <a:xfrm>
              <a:off x="-3" y="12286"/>
              <a:ext cx="1789" cy="2387"/>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sp>
          <p:nvSpPr>
            <p:cNvPr id="5" name="Google Shape;204;p19">
              <a:extLst>
                <a:ext uri="{FF2B5EF4-FFF2-40B4-BE49-F238E27FC236}">
                  <a16:creationId xmlns:a16="http://schemas.microsoft.com/office/drawing/2014/main" id="{3CD403F4-9A7B-5942-8F36-D3DC9E303FF6}"/>
                </a:ext>
              </a:extLst>
            </p:cNvPr>
            <p:cNvSpPr>
              <a:spLocks/>
            </p:cNvSpPr>
            <p:nvPr/>
          </p:nvSpPr>
          <p:spPr bwMode="auto">
            <a:xfrm>
              <a:off x="0" y="14678"/>
              <a:ext cx="1162" cy="1162"/>
            </a:xfrm>
            <a:custGeom>
              <a:avLst/>
              <a:gdLst>
                <a:gd name="T0" fmla="*/ 0 w 1162"/>
                <a:gd name="T1" fmla="*/ 0 h 1162"/>
                <a:gd name="T2" fmla="*/ 0 w 1162"/>
                <a:gd name="T3" fmla="*/ 1161 h 1162"/>
                <a:gd name="T4" fmla="*/ 1161 w 1162"/>
                <a:gd name="T5" fmla="*/ 1161 h 1162"/>
                <a:gd name="T6" fmla="*/ 0 w 1162"/>
                <a:gd name="T7" fmla="*/ 0 h 11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62" h="1162" extrusionOk="0">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lIns="91425" tIns="45700" rIns="91425" bIns="45700"/>
            <a:lstStyle/>
            <a:p>
              <a:endParaRPr lang="en-IN"/>
            </a:p>
          </p:txBody>
        </p:sp>
        <p:sp>
          <p:nvSpPr>
            <p:cNvPr id="6" name="Google Shape;205;p19">
              <a:extLst>
                <a:ext uri="{FF2B5EF4-FFF2-40B4-BE49-F238E27FC236}">
                  <a16:creationId xmlns:a16="http://schemas.microsoft.com/office/drawing/2014/main" id="{656830EA-1521-3430-BE57-1F30A8DC3FC5}"/>
                </a:ext>
              </a:extLst>
            </p:cNvPr>
            <p:cNvSpPr/>
            <p:nvPr/>
          </p:nvSpPr>
          <p:spPr>
            <a:xfrm>
              <a:off x="1218" y="14676"/>
              <a:ext cx="2328" cy="1164"/>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Font typeface="Arial"/>
                <a:buNone/>
                <a:defRPr/>
              </a:pPr>
              <a:endParaRPr sz="1800" kern="0">
                <a:solidFill>
                  <a:schemeClr val="lt1"/>
                </a:solidFill>
                <a:latin typeface="Libre Franklin"/>
                <a:ea typeface="Libre Franklin"/>
                <a:cs typeface="Libre Franklin"/>
                <a:sym typeface="Libre Franklin"/>
              </a:endParaRPr>
            </a:p>
          </p:txBody>
        </p:sp>
      </p:grpSp>
      <p:sp>
        <p:nvSpPr>
          <p:cNvPr id="197" name="Google Shape;197;p19"/>
          <p:cNvSpPr txBox="1">
            <a:spLocks noGrp="1"/>
          </p:cNvSpPr>
          <p:nvPr>
            <p:ph type="body" idx="1"/>
          </p:nvPr>
        </p:nvSpPr>
        <p:spPr>
          <a:xfrm>
            <a:off x="6896100" y="5102063"/>
            <a:ext cx="4914900" cy="588795"/>
          </a:xfrm>
          <a:prstGeom prst="rect">
            <a:avLst/>
          </a:prstGeom>
          <a:noFill/>
          <a:ln>
            <a:noFill/>
          </a:ln>
        </p:spPr>
        <p:txBody>
          <a:bodyPr spcFirstLastPara="1" lIns="0" tIns="0" rIns="0" bIns="0" anchor="b">
            <a:noAutofit/>
          </a:bodyPr>
          <a:lstStyle>
            <a:lvl1pPr marL="457200" lvl="0" indent="-228600" algn="l">
              <a:lnSpc>
                <a:spcPct val="90000"/>
              </a:lnSpc>
              <a:spcBef>
                <a:spcPts val="1000"/>
              </a:spcBef>
              <a:spcAft>
                <a:spcPts val="0"/>
              </a:spcAft>
              <a:buClr>
                <a:schemeClr val="lt2"/>
              </a:buClr>
              <a:buSzPts val="1600"/>
              <a:buNone/>
              <a:defRPr sz="16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8" name="Google Shape;198;p19"/>
          <p:cNvSpPr txBox="1">
            <a:spLocks noGrp="1"/>
          </p:cNvSpPr>
          <p:nvPr>
            <p:ph type="subTitle" idx="2"/>
          </p:nvPr>
        </p:nvSpPr>
        <p:spPr>
          <a:xfrm>
            <a:off x="6907623" y="3591098"/>
            <a:ext cx="4903377" cy="1057791"/>
          </a:xfrm>
          <a:prstGeom prst="rect">
            <a:avLst/>
          </a:prstGeom>
          <a:noFill/>
          <a:ln>
            <a:noFill/>
          </a:ln>
        </p:spPr>
        <p:txBody>
          <a:bodyPr spcFirstLastPara="1" lIns="0" tIns="0" rIns="0" bIns="0">
            <a:normAutofit/>
          </a:bodyPr>
          <a:lstStyle>
            <a:lvl1pPr lvl="0" algn="l">
              <a:lnSpc>
                <a:spcPct val="9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9" name="Google Shape;199;p19"/>
          <p:cNvSpPr txBox="1">
            <a:spLocks noGrp="1"/>
          </p:cNvSpPr>
          <p:nvPr>
            <p:ph type="title"/>
          </p:nvPr>
        </p:nvSpPr>
        <p:spPr>
          <a:xfrm>
            <a:off x="6907623" y="2173658"/>
            <a:ext cx="4903377" cy="610863"/>
          </a:xfrm>
          <a:prstGeom prst="rect">
            <a:avLst/>
          </a:prstGeom>
          <a:noFill/>
          <a:ln>
            <a:noFill/>
          </a:ln>
        </p:spPr>
        <p:txBody>
          <a:bodyPr spcFirstLastPara="1" lIns="0" tIns="0" rIns="0" bIns="0" anchor="b">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19"/>
          <p:cNvSpPr>
            <a:spLocks noGrp="1"/>
          </p:cNvSpPr>
          <p:nvPr>
            <p:ph type="pic" idx="3"/>
          </p:nvPr>
        </p:nvSpPr>
        <p:spPr>
          <a:xfrm>
            <a:off x="0" y="0"/>
            <a:ext cx="6096000" cy="6858000"/>
          </a:xfrm>
          <a:prstGeom prst="rect">
            <a:avLst/>
          </a:prstGeom>
          <a:noFill/>
          <a:ln>
            <a:noFill/>
          </a:ln>
        </p:spPr>
      </p:sp>
    </p:spTree>
    <p:extLst>
      <p:ext uri="{BB962C8B-B14F-4D97-AF65-F5344CB8AC3E}">
        <p14:creationId xmlns:p14="http://schemas.microsoft.com/office/powerpoint/2010/main" val="1305716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Google Shape;10;p6">
            <a:extLst>
              <a:ext uri="{FF2B5EF4-FFF2-40B4-BE49-F238E27FC236}">
                <a16:creationId xmlns:a16="http://schemas.microsoft.com/office/drawing/2014/main" id="{0930A773-ED0D-DE18-E366-0E7BCAEFBDB1}"/>
              </a:ext>
            </a:extLst>
          </p:cNvPr>
          <p:cNvSpPr txBox="1">
            <a:spLocks noGrp="1" noChangeArrowheads="1"/>
          </p:cNvSpPr>
          <p:nvPr>
            <p:ph type="body" idx="1"/>
          </p:nvPr>
        </p:nvSpPr>
        <p:spPr bwMode="auto">
          <a:xfrm>
            <a:off x="971550" y="1825625"/>
            <a:ext cx="1038225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ltLang="en-US">
              <a:sym typeface="Arial" panose="020B0604020202020204" pitchFamily="34" charset="0"/>
            </a:endParaRPr>
          </a:p>
        </p:txBody>
      </p:sp>
      <p:sp>
        <p:nvSpPr>
          <p:cNvPr id="1027" name="Google Shape;11;p6">
            <a:extLst>
              <a:ext uri="{FF2B5EF4-FFF2-40B4-BE49-F238E27FC236}">
                <a16:creationId xmlns:a16="http://schemas.microsoft.com/office/drawing/2014/main" id="{33FBE3BE-BBCF-3395-D9BA-D2C545872C39}"/>
              </a:ext>
            </a:extLst>
          </p:cNvPr>
          <p:cNvSpPr txBox="1">
            <a:spLocks noGrp="1" noChangeArrowheads="1"/>
          </p:cNvSpPr>
          <p:nvPr>
            <p:ph type="title"/>
          </p:nvPr>
        </p:nvSpPr>
        <p:spPr bwMode="auto">
          <a:xfrm>
            <a:off x="952500" y="365125"/>
            <a:ext cx="104013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p>
            <a:pPr lvl="0"/>
            <a:endParaRPr lang="en-US" altLang="en-US">
              <a:sym typeface="Arial" panose="020B0604020202020204" pitchFamily="34" charset="0"/>
            </a:endParaRPr>
          </a:p>
        </p:txBody>
      </p:sp>
      <p:sp>
        <p:nvSpPr>
          <p:cNvPr id="1028" name="Google Shape;12;p6">
            <a:extLst>
              <a:ext uri="{FF2B5EF4-FFF2-40B4-BE49-F238E27FC236}">
                <a16:creationId xmlns:a16="http://schemas.microsoft.com/office/drawing/2014/main" id="{F21C3C74-5F32-F592-7E92-F1EAE1BC51AB}"/>
              </a:ext>
            </a:extLst>
          </p:cNvPr>
          <p:cNvSpPr txBox="1">
            <a:spLocks noGrp="1" noChangeArrowheads="1"/>
          </p:cNvSpPr>
          <p:nvPr>
            <p:ph type="dt" idx="10"/>
          </p:nvPr>
        </p:nvSpPr>
        <p:spPr bwMode="auto">
          <a:xfrm>
            <a:off x="2992438" y="6332538"/>
            <a:ext cx="1312862" cy="247650"/>
          </a:xfrm>
          <a:prstGeom prst="rect">
            <a:avLst/>
          </a:prstGeom>
          <a:noFill/>
          <a:ln>
            <a:noFill/>
          </a:ln>
        </p:spPr>
        <p:txBody>
          <a:bodyPr vert="horz" wrap="square" lIns="0" tIns="0" rIns="0" bIns="0" numCol="1" anchor="t" anchorCtr="0" compatLnSpc="1">
            <a:prstTxWarp prst="textNoShape">
              <a:avLst/>
            </a:prstTxWarp>
          </a:bodyPr>
          <a:lstStyle>
            <a:lvl1pPr eaLnBrk="1" hangingPunct="1">
              <a:buClr>
                <a:srgbClr val="000000"/>
              </a:buClr>
              <a:buSzPts val="1400"/>
              <a:buFont typeface="Arial" panose="020B0604020202020204" pitchFamily="34" charset="0"/>
              <a:buNone/>
              <a:defRPr sz="1100">
                <a:latin typeface="Libre Franklin" pitchFamily="2" charset="0"/>
                <a:ea typeface="Libre Franklin" pitchFamily="2" charset="0"/>
                <a:cs typeface="Libre Franklin" pitchFamily="2" charset="0"/>
                <a:sym typeface="Libre Franklin" pitchFamily="2" charset="0"/>
              </a:defRPr>
            </a:lvl1pPr>
          </a:lstStyle>
          <a:p>
            <a:pPr>
              <a:defRPr/>
            </a:pPr>
            <a:endParaRPr lang="en-US" altLang="en-US"/>
          </a:p>
        </p:txBody>
      </p:sp>
      <p:sp>
        <p:nvSpPr>
          <p:cNvPr id="1029" name="Google Shape;13;p6">
            <a:extLst>
              <a:ext uri="{FF2B5EF4-FFF2-40B4-BE49-F238E27FC236}">
                <a16:creationId xmlns:a16="http://schemas.microsoft.com/office/drawing/2014/main" id="{A3FD3E4A-F505-AC34-F25B-C4DCE778A726}"/>
              </a:ext>
            </a:extLst>
          </p:cNvPr>
          <p:cNvSpPr txBox="1">
            <a:spLocks noGrp="1" noChangeArrowheads="1"/>
          </p:cNvSpPr>
          <p:nvPr>
            <p:ph type="ftr" idx="11"/>
          </p:nvPr>
        </p:nvSpPr>
        <p:spPr bwMode="auto">
          <a:xfrm>
            <a:off x="1495425" y="6332538"/>
            <a:ext cx="1497013" cy="247650"/>
          </a:xfrm>
          <a:prstGeom prst="rect">
            <a:avLst/>
          </a:prstGeom>
          <a:noFill/>
          <a:ln>
            <a:noFill/>
          </a:ln>
        </p:spPr>
        <p:txBody>
          <a:bodyPr vert="horz" wrap="square" lIns="0" tIns="0" rIns="0" bIns="0" numCol="1" anchor="t" anchorCtr="0" compatLnSpc="1">
            <a:prstTxWarp prst="textNoShape">
              <a:avLst/>
            </a:prstTxWarp>
          </a:bodyPr>
          <a:lstStyle>
            <a:lvl1pPr eaLnBrk="1" hangingPunct="1">
              <a:buClr>
                <a:srgbClr val="000000"/>
              </a:buClr>
              <a:buSzPts val="1400"/>
              <a:buFont typeface="Arial" panose="020B0604020202020204" pitchFamily="34" charset="0"/>
              <a:buNone/>
              <a:defRPr sz="1100">
                <a:latin typeface="Franklin Gothic"/>
                <a:ea typeface="Franklin Gothic"/>
                <a:cs typeface="Franklin Gothic"/>
                <a:sym typeface="Franklin Gothic"/>
              </a:defRPr>
            </a:lvl1pPr>
          </a:lstStyle>
          <a:p>
            <a:pPr>
              <a:defRPr/>
            </a:pPr>
            <a:endParaRPr lang="en-US" altLang="en-US"/>
          </a:p>
        </p:txBody>
      </p:sp>
      <p:sp>
        <p:nvSpPr>
          <p:cNvPr id="1030" name="Google Shape;14;p6">
            <a:extLst>
              <a:ext uri="{FF2B5EF4-FFF2-40B4-BE49-F238E27FC236}">
                <a16:creationId xmlns:a16="http://schemas.microsoft.com/office/drawing/2014/main" id="{68F42478-4653-6F8B-B44E-C8E80074C2E2}"/>
              </a:ext>
            </a:extLst>
          </p:cNvPr>
          <p:cNvSpPr txBox="1">
            <a:spLocks noGrp="1" noChangeArrowheads="1"/>
          </p:cNvSpPr>
          <p:nvPr>
            <p:ph type="sldNum" idx="12"/>
          </p:nvPr>
        </p:nvSpPr>
        <p:spPr bwMode="auto">
          <a:xfrm>
            <a:off x="971550" y="6332538"/>
            <a:ext cx="523875" cy="247650"/>
          </a:xfrm>
          <a:prstGeom prst="rect">
            <a:avLst/>
          </a:prstGeom>
          <a:noFill/>
          <a:ln>
            <a:noFill/>
          </a:ln>
        </p:spPr>
        <p:txBody>
          <a:bodyPr vert="horz" wrap="square" lIns="0" tIns="0" rIns="0" bIns="0" numCol="1" anchor="t" anchorCtr="0" compatLnSpc="1">
            <a:prstTxWarp prst="textNoShape">
              <a:avLst/>
            </a:prstTxWarp>
          </a:bodyPr>
          <a:lstStyle>
            <a:lvl1pPr eaLnBrk="1" hangingPunct="1">
              <a:buClr>
                <a:srgbClr val="000000"/>
              </a:buClr>
              <a:buFont typeface="Arial" panose="020B0604020202020204" pitchFamily="34" charset="0"/>
              <a:buNone/>
              <a:defRPr sz="1100" smtClean="0">
                <a:latin typeface="Libre Franklin" pitchFamily="2" charset="0"/>
                <a:ea typeface="Libre Franklin" pitchFamily="2" charset="0"/>
                <a:cs typeface="Libre Franklin" pitchFamily="2" charset="0"/>
                <a:sym typeface="Libre Franklin" pitchFamily="2" charset="0"/>
              </a:defRPr>
            </a:lvl1pPr>
          </a:lstStyle>
          <a:p>
            <a:pPr>
              <a:defRPr/>
            </a:pPr>
            <a:fld id="{96762ADB-52AC-46AC-ABAB-5A6E5A3A94E9}" type="slidenum">
              <a:rPr lang="en-US" altLang="en-US"/>
              <a:pPr>
                <a:defRPr/>
              </a:pPr>
              <a:t>‹#›</a:t>
            </a:fld>
            <a:endParaRPr lang="en-US" altLang="en-US"/>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99" r:id="rId6"/>
    <p:sldLayoutId id="2147483700" r:id="rId7"/>
    <p:sldLayoutId id="2147483706" r:id="rId8"/>
    <p:sldLayoutId id="2147483707" r:id="rId9"/>
    <p:sldLayoutId id="2147483708" r:id="rId10"/>
    <p:sldLayoutId id="2147483709" r:id="rId11"/>
    <p:sldLayoutId id="2147483710" r:id="rId12"/>
    <p:sldLayoutId id="2147483711" r:id="rId13"/>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B6A8A6-EFF6-B2BE-9FF9-751A7E7130DD}"/>
              </a:ext>
            </a:extLst>
          </p:cNvPr>
          <p:cNvSpPr/>
          <p:nvPr/>
        </p:nvSpPr>
        <p:spPr>
          <a:xfrm>
            <a:off x="5762625" y="5695950"/>
            <a:ext cx="2663825" cy="3143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a:solidFill>
                <a:srgbClr val="FFFFFF"/>
              </a:solidFill>
            </a:endParaRPr>
          </a:p>
        </p:txBody>
      </p:sp>
      <p:sp>
        <p:nvSpPr>
          <p:cNvPr id="14339" name="Google Shape;210;p1">
            <a:extLst>
              <a:ext uri="{FF2B5EF4-FFF2-40B4-BE49-F238E27FC236}">
                <a16:creationId xmlns:a16="http://schemas.microsoft.com/office/drawing/2014/main" id="{3F64F620-57B0-3495-182F-6EBF82E24F34}"/>
              </a:ext>
            </a:extLst>
          </p:cNvPr>
          <p:cNvSpPr txBox="1">
            <a:spLocks noGrp="1" noChangeArrowheads="1"/>
          </p:cNvSpPr>
          <p:nvPr>
            <p:ph type="ctrTitle"/>
          </p:nvPr>
        </p:nvSpPr>
        <p:spPr>
          <a:xfrm>
            <a:off x="4533974" y="504664"/>
            <a:ext cx="7784951" cy="1152525"/>
          </a:xfrm>
        </p:spPr>
        <p:txBody>
          <a:bodyPr anchor="t"/>
          <a:lstStyle/>
          <a:p>
            <a:pPr algn="ctr" eaLnBrk="1" hangingPunct="1">
              <a:lnSpc>
                <a:spcPct val="100000"/>
              </a:lnSpc>
              <a:spcBef>
                <a:spcPct val="0"/>
              </a:spcBef>
              <a:spcAft>
                <a:spcPct val="0"/>
              </a:spcAft>
              <a:buClr>
                <a:srgbClr val="000000"/>
              </a:buClr>
              <a:buSzPts val="3600"/>
            </a:pPr>
            <a:r>
              <a:rPr lang="en-US" altLang="en-US" sz="3200" dirty="0">
                <a:solidFill>
                  <a:srgbClr val="000000"/>
                </a:solidFill>
              </a:rPr>
              <a:t>Basic Details Of The Problem Statement</a:t>
            </a:r>
            <a:endParaRPr lang="en-US" altLang="en-US" sz="5400" dirty="0">
              <a:solidFill>
                <a:srgbClr val="000000"/>
              </a:solidFill>
            </a:endParaRPr>
          </a:p>
        </p:txBody>
      </p:sp>
      <p:sp>
        <p:nvSpPr>
          <p:cNvPr id="14340" name="Google Shape;211;p1">
            <a:extLst>
              <a:ext uri="{FF2B5EF4-FFF2-40B4-BE49-F238E27FC236}">
                <a16:creationId xmlns:a16="http://schemas.microsoft.com/office/drawing/2014/main" id="{672FBBD8-E337-4077-4C38-83BAAD999FF4}"/>
              </a:ext>
            </a:extLst>
          </p:cNvPr>
          <p:cNvSpPr txBox="1">
            <a:spLocks noGrp="1" noChangeArrowheads="1"/>
          </p:cNvSpPr>
          <p:nvPr>
            <p:ph type="body" idx="1"/>
          </p:nvPr>
        </p:nvSpPr>
        <p:spPr>
          <a:xfrm>
            <a:off x="5285346" y="1747482"/>
            <a:ext cx="6643687" cy="3244306"/>
          </a:xfrm>
        </p:spPr>
        <p:txBody>
          <a:bodyPr/>
          <a:lstStyle/>
          <a:p>
            <a:pPr marL="0" indent="0" eaLnBrk="1" hangingPunct="1">
              <a:spcBef>
                <a:spcPct val="0"/>
              </a:spcBef>
              <a:spcAft>
                <a:spcPct val="0"/>
              </a:spcAft>
              <a:buClr>
                <a:srgbClr val="7CA655"/>
              </a:buClr>
            </a:pPr>
            <a:r>
              <a:rPr lang="en-US" altLang="en-US" sz="2400" b="1" dirty="0">
                <a:solidFill>
                  <a:srgbClr val="7CA655"/>
                </a:solidFill>
                <a:latin typeface="Franklin Gothic"/>
                <a:ea typeface="Franklin Gothic"/>
                <a:cs typeface="Franklin Gothic"/>
                <a:sym typeface="Franklin Gothic"/>
              </a:rPr>
              <a:t>Hackathon name :</a:t>
            </a:r>
            <a:r>
              <a:rPr lang="en-US" altLang="en-US" sz="2400" b="1" dirty="0">
                <a:solidFill>
                  <a:schemeClr val="tx1"/>
                </a:solidFill>
                <a:latin typeface="Franklin Gothic"/>
                <a:ea typeface="Franklin Gothic"/>
                <a:cs typeface="Franklin Gothic"/>
                <a:sym typeface="Franklin Gothic"/>
              </a:rPr>
              <a:t> BFSI Launchpad 2025</a:t>
            </a:r>
            <a:endParaRPr lang="en-US" altLang="en-US" sz="2800" b="1" dirty="0">
              <a:solidFill>
                <a:srgbClr val="7CA655"/>
              </a:solidFill>
              <a:latin typeface="Franklin Gothic"/>
              <a:ea typeface="Franklin Gothic"/>
              <a:cs typeface="Franklin Gothic"/>
              <a:sym typeface="Franklin Gothic"/>
            </a:endParaRPr>
          </a:p>
          <a:p>
            <a:pPr marL="0" indent="0" eaLnBrk="1" hangingPunct="1">
              <a:spcBef>
                <a:spcPct val="0"/>
              </a:spcBef>
              <a:spcAft>
                <a:spcPct val="0"/>
              </a:spcAft>
              <a:buClr>
                <a:srgbClr val="7CA655"/>
              </a:buClr>
            </a:pPr>
            <a:br>
              <a:rPr lang="en-US" altLang="en-US" sz="2400" b="1" dirty="0">
                <a:solidFill>
                  <a:srgbClr val="7CA655"/>
                </a:solidFill>
                <a:latin typeface="Franklin Gothic"/>
                <a:ea typeface="Franklin Gothic"/>
                <a:cs typeface="Franklin Gothic"/>
                <a:sym typeface="Libre Franklin" panose="020F0502020204030204" pitchFamily="2" charset="0"/>
              </a:rPr>
            </a:br>
            <a:r>
              <a:rPr lang="en-US" altLang="en-US" sz="2400" b="1" dirty="0">
                <a:solidFill>
                  <a:srgbClr val="7CA655"/>
                </a:solidFill>
                <a:latin typeface="Franklin Gothic"/>
                <a:ea typeface="Franklin Gothic"/>
                <a:cs typeface="Franklin Gothic"/>
                <a:sym typeface="Franklin Gothic"/>
              </a:rPr>
              <a:t>Problem Statement Title:</a:t>
            </a:r>
            <a:r>
              <a:rPr lang="en-US" altLang="en-US" sz="2400" b="1" dirty="0">
                <a:solidFill>
                  <a:srgbClr val="7CA655"/>
                </a:solidFill>
                <a:latin typeface="Franklin Gothic"/>
                <a:ea typeface="Libre Franklin" panose="020F0502020204030204" pitchFamily="2" charset="0"/>
                <a:cs typeface="Libre Franklin" panose="020F0502020204030204" pitchFamily="2" charset="0"/>
                <a:sym typeface="Libre Franklin" panose="020F0502020204030204" pitchFamily="2" charset="0"/>
              </a:rPr>
              <a:t> </a:t>
            </a:r>
            <a:r>
              <a:rPr lang="en-US" sz="2400" b="1" i="0" dirty="0">
                <a:solidFill>
                  <a:srgbClr val="212121"/>
                </a:solidFill>
                <a:effectLst/>
                <a:latin typeface="Franklin Gothic"/>
              </a:rPr>
              <a:t>AI-Powered Insurance Policy Information Chatbot</a:t>
            </a:r>
            <a:br>
              <a:rPr lang="en-US" altLang="en-US" sz="2000" b="1" dirty="0">
                <a:solidFill>
                  <a:srgbClr val="7CA655"/>
                </a:solidFill>
                <a:latin typeface="Franklin Gothic"/>
                <a:ea typeface="Franklin Gothic"/>
                <a:cs typeface="Franklin Gothic"/>
                <a:sym typeface="Libre Franklin" panose="020F0502020204030204" pitchFamily="2" charset="0"/>
              </a:rPr>
            </a:br>
            <a:br>
              <a:rPr lang="en-US" altLang="en-US" sz="2000" b="1" dirty="0">
                <a:solidFill>
                  <a:srgbClr val="7CA655"/>
                </a:solidFill>
                <a:latin typeface="Franklin Gothic"/>
                <a:ea typeface="Franklin Gothic"/>
                <a:cs typeface="Franklin Gothic"/>
                <a:sym typeface="Libre Franklin" panose="020F0502020204030204" pitchFamily="2" charset="0"/>
              </a:rPr>
            </a:br>
            <a:r>
              <a:rPr lang="en-US" altLang="en-US" sz="2400" b="1" dirty="0">
                <a:solidFill>
                  <a:srgbClr val="7CA655"/>
                </a:solidFill>
                <a:latin typeface="Franklin Gothic"/>
                <a:ea typeface="Franklin Gothic"/>
                <a:cs typeface="Franklin Gothic"/>
                <a:sym typeface="Franklin Gothic"/>
              </a:rPr>
              <a:t>Participant Name: </a:t>
            </a:r>
            <a:r>
              <a:rPr lang="en-US" altLang="en-US" sz="2400" b="1" dirty="0">
                <a:solidFill>
                  <a:schemeClr val="tx1"/>
                </a:solidFill>
                <a:latin typeface="Franklin Gothic"/>
                <a:ea typeface="Franklin Gothic"/>
                <a:cs typeface="Franklin Gothic"/>
                <a:sym typeface="Franklin Gothic"/>
              </a:rPr>
              <a:t>Arya Chatterjee</a:t>
            </a:r>
            <a:endParaRPr lang="en-US" altLang="en-US" sz="2400" b="1" dirty="0">
              <a:solidFill>
                <a:schemeClr val="tx1"/>
              </a:solidFill>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endParaRPr>
          </a:p>
          <a:p>
            <a:pPr marL="0" indent="0" eaLnBrk="1" hangingPunct="1">
              <a:lnSpc>
                <a:spcPct val="100000"/>
              </a:lnSpc>
              <a:spcBef>
                <a:spcPct val="0"/>
              </a:spcBef>
              <a:spcAft>
                <a:spcPct val="0"/>
              </a:spcAft>
              <a:buClr>
                <a:srgbClr val="7CA655"/>
              </a:buClr>
            </a:pPr>
            <a:br>
              <a:rPr lang="en-US" altLang="en-US" sz="2000" b="1" dirty="0">
                <a:solidFill>
                  <a:srgbClr val="7CA655"/>
                </a:solidFill>
                <a:latin typeface="Franklin Gothic"/>
                <a:ea typeface="Franklin Gothic"/>
                <a:cs typeface="Franklin Gothic"/>
                <a:sym typeface="Libre Franklin" panose="020F0502020204030204" pitchFamily="2" charset="0"/>
              </a:rPr>
            </a:br>
            <a:r>
              <a:rPr lang="en-US" altLang="en-US" sz="2000" b="1" dirty="0">
                <a:solidFill>
                  <a:srgbClr val="7CA655"/>
                </a:solidFill>
                <a:latin typeface="Franklin Gothic"/>
                <a:ea typeface="Franklin Gothic"/>
                <a:cs typeface="Franklin Gothic"/>
                <a:sym typeface="Franklin Gothic"/>
              </a:rPr>
              <a:t>Institute Name: </a:t>
            </a:r>
            <a:r>
              <a:rPr lang="en-US" altLang="en-US" sz="2000" b="1" dirty="0">
                <a:solidFill>
                  <a:schemeClr val="tx1"/>
                </a:solidFill>
                <a:latin typeface="Franklin Gothic"/>
                <a:ea typeface="Franklin Gothic"/>
                <a:cs typeface="Franklin Gothic"/>
                <a:sym typeface="Franklin Gothic"/>
              </a:rPr>
              <a:t>Meghnad Saha Institute of Technology</a:t>
            </a:r>
            <a:endParaRPr lang="en-US" altLang="en-US" sz="2000" b="1" dirty="0">
              <a:solidFill>
                <a:schemeClr val="tx1"/>
              </a:solidFill>
              <a:latin typeface="Franklin Gothic"/>
              <a:ea typeface="Franklin Gothic"/>
              <a:cs typeface="Franklin Gothic"/>
              <a:sym typeface="Libre Franklin" panose="020F0502020204030204" pitchFamily="2" charset="0"/>
            </a:endParaRPr>
          </a:p>
          <a:p>
            <a:pPr marL="0" indent="0" eaLnBrk="1" hangingPunct="1">
              <a:lnSpc>
                <a:spcPct val="100000"/>
              </a:lnSpc>
              <a:spcBef>
                <a:spcPct val="0"/>
              </a:spcBef>
              <a:spcAft>
                <a:spcPct val="0"/>
              </a:spcAft>
              <a:buClr>
                <a:srgbClr val="7CA655"/>
              </a:buClr>
            </a:pPr>
            <a:endParaRPr lang="en-US" altLang="en-US" sz="2000" b="1" dirty="0">
              <a:solidFill>
                <a:srgbClr val="7CA655"/>
              </a:solidFill>
              <a:latin typeface="Franklin Gothic"/>
              <a:ea typeface="Franklin Gothic"/>
              <a:cs typeface="Franklin Gothic"/>
              <a:sym typeface="Franklin Gothic"/>
            </a:endParaRPr>
          </a:p>
          <a:p>
            <a:pPr marL="0" indent="0" eaLnBrk="1" hangingPunct="1">
              <a:spcAft>
                <a:spcPct val="0"/>
              </a:spcAft>
              <a:buClr>
                <a:srgbClr val="7CA655"/>
              </a:buClr>
            </a:pPr>
            <a:r>
              <a:rPr lang="en-US" altLang="en-US" sz="2000" b="1" dirty="0">
                <a:solidFill>
                  <a:srgbClr val="7CA655"/>
                </a:solidFill>
                <a:latin typeface="Franklin Gothic"/>
                <a:ea typeface="Franklin Gothic"/>
                <a:cs typeface="Franklin Gothic"/>
                <a:sym typeface="Franklin Gothic"/>
              </a:rPr>
              <a:t>Theme Name: </a:t>
            </a:r>
            <a:r>
              <a:rPr lang="en-US" altLang="en-US" sz="2000" b="1" dirty="0">
                <a:solidFill>
                  <a:schemeClr val="tx1"/>
                </a:solidFill>
                <a:latin typeface="Franklin Gothic"/>
                <a:ea typeface="Franklin Gothic"/>
                <a:cs typeface="Franklin Gothic"/>
                <a:sym typeface="Franklin Gothic"/>
              </a:rPr>
              <a:t>Smart Automation using AI in BFSI sector</a:t>
            </a:r>
            <a:endParaRPr lang="en-US" altLang="en-US" sz="2000" b="1" dirty="0">
              <a:solidFill>
                <a:schemeClr val="tx1"/>
              </a:solidFill>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endParaRPr>
          </a:p>
        </p:txBody>
      </p:sp>
      <p:pic>
        <p:nvPicPr>
          <p:cNvPr id="14343" name="Picture 7">
            <a:extLst>
              <a:ext uri="{FF2B5EF4-FFF2-40B4-BE49-F238E27FC236}">
                <a16:creationId xmlns:a16="http://schemas.microsoft.com/office/drawing/2014/main" id="{9B11F45B-BEAA-0D97-817E-9BEBCA3F0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18" y="-128282"/>
            <a:ext cx="4136493" cy="1875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5939722-9944-4A96-0DD1-B9B133D92689}"/>
              </a:ext>
            </a:extLst>
          </p:cNvPr>
          <p:cNvPicPr>
            <a:picLocks noChangeAspect="1"/>
          </p:cNvPicPr>
          <p:nvPr/>
        </p:nvPicPr>
        <p:blipFill>
          <a:blip r:embed="rId4"/>
          <a:srcRect l="1763" t="6356" r="1845" b="4816"/>
          <a:stretch/>
        </p:blipFill>
        <p:spPr>
          <a:xfrm>
            <a:off x="8541568" y="5329078"/>
            <a:ext cx="3510711" cy="1362394"/>
          </a:xfrm>
          <a:prstGeom prst="rect">
            <a:avLst/>
          </a:prstGeom>
        </p:spPr>
      </p:pic>
      <p:pic>
        <p:nvPicPr>
          <p:cNvPr id="14347" name="Picture 11" descr="39 Bfsi Royalty-Free Images, Stock ...">
            <a:extLst>
              <a:ext uri="{FF2B5EF4-FFF2-40B4-BE49-F238E27FC236}">
                <a16:creationId xmlns:a16="http://schemas.microsoft.com/office/drawing/2014/main" id="{F8D11836-4416-856C-FB0D-CA37E203B1C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175" r="9847" b="42170"/>
          <a:stretch/>
        </p:blipFill>
        <p:spPr bwMode="auto">
          <a:xfrm>
            <a:off x="5725778" y="5695950"/>
            <a:ext cx="2700671" cy="7711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09882C-853E-F172-ADE2-8065AE03F048}"/>
              </a:ext>
            </a:extLst>
          </p:cNvPr>
          <p:cNvSpPr/>
          <p:nvPr/>
        </p:nvSpPr>
        <p:spPr>
          <a:xfrm>
            <a:off x="855663" y="1770063"/>
            <a:ext cx="2303462" cy="300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IN" altLang="en-US">
              <a:solidFill>
                <a:srgbClr val="FFFFFF"/>
              </a:solidFill>
            </a:endParaRPr>
          </a:p>
        </p:txBody>
      </p:sp>
      <p:sp>
        <p:nvSpPr>
          <p:cNvPr id="16387" name="Google Shape;217;p2">
            <a:extLst>
              <a:ext uri="{FF2B5EF4-FFF2-40B4-BE49-F238E27FC236}">
                <a16:creationId xmlns:a16="http://schemas.microsoft.com/office/drawing/2014/main" id="{5DFFE28A-6610-4914-5EB4-8DFF8703404A}"/>
              </a:ext>
            </a:extLst>
          </p:cNvPr>
          <p:cNvSpPr txBox="1">
            <a:spLocks noGrp="1" noChangeArrowheads="1"/>
          </p:cNvSpPr>
          <p:nvPr>
            <p:ph type="title"/>
          </p:nvPr>
        </p:nvSpPr>
        <p:spPr>
          <a:xfrm>
            <a:off x="283810" y="149760"/>
            <a:ext cx="6462712" cy="611188"/>
          </a:xfrm>
        </p:spPr>
        <p:txBody>
          <a:bodyPr>
            <a:normAutofit/>
          </a:bodyPr>
          <a:lstStyle/>
          <a:p>
            <a:pPr eaLnBrk="1" hangingPunct="1">
              <a:spcBef>
                <a:spcPct val="0"/>
              </a:spcBef>
              <a:spcAft>
                <a:spcPct val="0"/>
              </a:spcAft>
              <a:buClr>
                <a:srgbClr val="000000"/>
              </a:buClr>
              <a:buSzTx/>
            </a:pPr>
            <a:r>
              <a:rPr lang="en-US" altLang="en-US" sz="4000" b="1" dirty="0">
                <a:solidFill>
                  <a:schemeClr val="tx1"/>
                </a:solidFill>
                <a:latin typeface="Franklin Gothic"/>
                <a:ea typeface="Franklin Gothic"/>
                <a:cs typeface="Franklin Gothic"/>
                <a:sym typeface="Franklin Gothic"/>
              </a:rPr>
              <a:t>Problem Statement </a:t>
            </a:r>
            <a:r>
              <a:rPr lang="en-US" altLang="en-US" sz="4000" dirty="0">
                <a:solidFill>
                  <a:schemeClr val="tx1"/>
                </a:solidFill>
              </a:rPr>
              <a:t>Details</a:t>
            </a:r>
          </a:p>
        </p:txBody>
      </p:sp>
      <p:sp>
        <p:nvSpPr>
          <p:cNvPr id="16388" name="Google Shape;218;p2">
            <a:extLst>
              <a:ext uri="{FF2B5EF4-FFF2-40B4-BE49-F238E27FC236}">
                <a16:creationId xmlns:a16="http://schemas.microsoft.com/office/drawing/2014/main" id="{ADDE0F30-03AC-7BAA-5E63-E3D281E983D0}"/>
              </a:ext>
            </a:extLst>
          </p:cNvPr>
          <p:cNvSpPr txBox="1">
            <a:spLocks noGrp="1"/>
          </p:cNvSpPr>
          <p:nvPr>
            <p:ph type="body" idx="1"/>
          </p:nvPr>
        </p:nvSpPr>
        <p:spPr>
          <a:xfrm>
            <a:off x="6324322" y="851422"/>
            <a:ext cx="5620028" cy="3695178"/>
          </a:xfrm>
          <a:ln cap="flat">
            <a:solidFill>
              <a:schemeClr val="tx1"/>
            </a:solidFill>
            <a:round/>
            <a:headEnd type="none" w="sm" len="sm"/>
            <a:tailEnd type="none" w="sm" len="sm"/>
          </a:ln>
        </p:spPr>
        <p:txBody>
          <a:bodyPr/>
          <a:lstStyle/>
          <a:p>
            <a:pPr marL="0" indent="0" algn="just" eaLnBrk="1" hangingPunct="1">
              <a:spcBef>
                <a:spcPct val="0"/>
              </a:spcBef>
              <a:spcAft>
                <a:spcPct val="0"/>
              </a:spcAft>
              <a:buClr>
                <a:srgbClr val="7CA655"/>
              </a:buClr>
              <a:buSzPts val="1800"/>
            </a:pPr>
            <a:endParaRPr lang="en-US" altLang="en-US" sz="1800" dirty="0">
              <a:solidFill>
                <a:srgbClr val="7CA655"/>
              </a:solidFill>
              <a:latin typeface="Franklin Gothic"/>
              <a:ea typeface="Libre Franklin" panose="020F0502020204030204" pitchFamily="2" charset="0"/>
              <a:cs typeface="Libre Franklin" panose="020F0502020204030204" pitchFamily="2" charset="0"/>
              <a:sym typeface="Libre Franklin" panose="020F0502020204030204" pitchFamily="2" charset="0"/>
            </a:endParaRPr>
          </a:p>
          <a:p>
            <a:pPr marL="0" indent="0" algn="just" eaLnBrk="1" hangingPunct="1">
              <a:spcBef>
                <a:spcPct val="0"/>
              </a:spcBef>
              <a:spcAft>
                <a:spcPct val="0"/>
              </a:spcAft>
              <a:buClr>
                <a:srgbClr val="000000"/>
              </a:buClr>
            </a:pPr>
            <a:endParaRPr lang="en-US" altLang="en-US" sz="1800" dirty="0">
              <a:solidFill>
                <a:srgbClr val="7CA655"/>
              </a:solidFill>
              <a:latin typeface="Segoe UI" panose="020B0502040204020203" pitchFamily="34" charset="0"/>
              <a:ea typeface="Libre Franklin" panose="020F0502020204030204" pitchFamily="2" charset="0"/>
              <a:cs typeface="Segoe UI" panose="020B0502040204020203" pitchFamily="34" charset="0"/>
              <a:sym typeface="Libre Franklin" panose="020F0502020204030204" pitchFamily="2" charset="0"/>
            </a:endParaRPr>
          </a:p>
        </p:txBody>
      </p:sp>
      <p:sp>
        <p:nvSpPr>
          <p:cNvPr id="16389" name="Google Shape;219;p2">
            <a:extLst>
              <a:ext uri="{FF2B5EF4-FFF2-40B4-BE49-F238E27FC236}">
                <a16:creationId xmlns:a16="http://schemas.microsoft.com/office/drawing/2014/main" id="{F3DC4891-4ED3-ABA3-C63D-986A10BF041F}"/>
              </a:ext>
            </a:extLst>
          </p:cNvPr>
          <p:cNvSpPr>
            <a:spLocks noGrp="1" noChangeArrowheads="1"/>
          </p:cNvSpPr>
          <p:nvPr>
            <p:ph type="sldNum" sz="quarter" idx="12"/>
          </p:nvPr>
        </p:nvSpPr>
        <p:spPr>
          <a:xfrm>
            <a:off x="941388" y="6561138"/>
            <a:ext cx="523875" cy="247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3D9C1398-9F81-416B-B1AB-C50CC6E44B03}" type="slidenum">
              <a:rPr lang="en-US" altLang="en-US" sz="1100">
                <a:latin typeface="Libre Franklin" panose="020F0502020204030204" pitchFamily="2" charset="0"/>
                <a:cs typeface="Libre Franklin" panose="020F0502020204030204" pitchFamily="2" charset="0"/>
                <a:sym typeface="Libre Franklin" panose="020F0502020204030204" pitchFamily="2" charset="0"/>
              </a:rPr>
              <a:pPr/>
              <a:t>2</a:t>
            </a:fld>
            <a:endParaRPr lang="en-US" altLang="en-US" sz="1100">
              <a:latin typeface="Libre Franklin" panose="020F0502020204030204" pitchFamily="2" charset="0"/>
              <a:cs typeface="Libre Franklin" panose="020F0502020204030204" pitchFamily="2" charset="0"/>
              <a:sym typeface="Libre Franklin" panose="020F0502020204030204" pitchFamily="2" charset="0"/>
            </a:endParaRPr>
          </a:p>
        </p:txBody>
      </p:sp>
      <p:sp>
        <p:nvSpPr>
          <p:cNvPr id="16390" name="Google Shape;221;p2">
            <a:extLst>
              <a:ext uri="{FF2B5EF4-FFF2-40B4-BE49-F238E27FC236}">
                <a16:creationId xmlns:a16="http://schemas.microsoft.com/office/drawing/2014/main" id="{E21C217D-B326-7984-3059-268D7B6CB266}"/>
              </a:ext>
            </a:extLst>
          </p:cNvPr>
          <p:cNvSpPr txBox="1">
            <a:spLocks noChangeArrowheads="1"/>
          </p:cNvSpPr>
          <p:nvPr/>
        </p:nvSpPr>
        <p:spPr bwMode="auto">
          <a:xfrm>
            <a:off x="7256463" y="2149475"/>
            <a:ext cx="468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endParaRPr lang="en-US" altLang="en-US" sz="1800">
              <a:solidFill>
                <a:srgbClr val="7CA655"/>
              </a:solidFill>
              <a:latin typeface="Franklin Gothic"/>
            </a:endParaRPr>
          </a:p>
        </p:txBody>
      </p:sp>
      <p:sp>
        <p:nvSpPr>
          <p:cNvPr id="16394" name="TextBox 2">
            <a:extLst>
              <a:ext uri="{FF2B5EF4-FFF2-40B4-BE49-F238E27FC236}">
                <a16:creationId xmlns:a16="http://schemas.microsoft.com/office/drawing/2014/main" id="{23CC3954-88DE-2B1A-0ED0-1B434C8AFB2A}"/>
              </a:ext>
            </a:extLst>
          </p:cNvPr>
          <p:cNvSpPr txBox="1">
            <a:spLocks noChangeArrowheads="1"/>
          </p:cNvSpPr>
          <p:nvPr/>
        </p:nvSpPr>
        <p:spPr bwMode="auto">
          <a:xfrm>
            <a:off x="371475" y="851422"/>
            <a:ext cx="572452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sz="1600" b="1" i="0" dirty="0">
                <a:solidFill>
                  <a:srgbClr val="212121"/>
                </a:solidFill>
                <a:effectLst/>
                <a:latin typeface="Opensans-Regular"/>
              </a:rPr>
              <a:t>Background: </a:t>
            </a:r>
            <a:r>
              <a:rPr lang="en-US" sz="1600" b="0" i="0" dirty="0">
                <a:solidFill>
                  <a:srgbClr val="212121"/>
                </a:solidFill>
                <a:effectLst/>
                <a:latin typeface="Opensans-Regular"/>
              </a:rPr>
              <a:t>Insurance companies offer a variety of policies, including health, life, auto, and home insurance. Customers often have questions about the different types of policies, coverage options, premiums, and claim processes. Providing timely and accurate information is crucial for customer satisfaction and decision-making. An AI-powered chatbot can assist customers by answering their queries about insurance policies, helping them understand their options and make informed decisions.</a:t>
            </a:r>
          </a:p>
          <a:p>
            <a:pPr eaLnBrk="1" hangingPunct="1"/>
            <a:endParaRPr lang="en-US" altLang="en-US" sz="1600" dirty="0">
              <a:solidFill>
                <a:srgbClr val="212121"/>
              </a:solidFill>
              <a:latin typeface="Opensans-Regular"/>
              <a:cs typeface="Segoe UI" panose="020B0502040204020203" pitchFamily="34" charset="0"/>
            </a:endParaRPr>
          </a:p>
          <a:p>
            <a:pPr eaLnBrk="1" hangingPunct="1"/>
            <a:r>
              <a:rPr lang="en-US" sz="1600" b="1" i="0" dirty="0">
                <a:solidFill>
                  <a:srgbClr val="212121"/>
                </a:solidFill>
                <a:effectLst/>
                <a:latin typeface="Opensans-Regular"/>
              </a:rPr>
              <a:t>Objective</a:t>
            </a:r>
            <a:r>
              <a:rPr lang="en-US" sz="1600" b="0" i="0" dirty="0">
                <a:solidFill>
                  <a:srgbClr val="212121"/>
                </a:solidFill>
                <a:effectLst/>
                <a:latin typeface="Opensans-Regular"/>
              </a:rPr>
              <a:t>: Develop a chatbot that can assist customers with queries related to different types of insurance policies offered by the company. The chatbot should understand natural language, provide accurate responses, and guide customers through the information they need.</a:t>
            </a:r>
            <a:br>
              <a:rPr lang="en-US" sz="1600" dirty="0">
                <a:latin typeface="Opensans-Regular"/>
              </a:rPr>
            </a:br>
            <a:endParaRPr lang="en-US" altLang="en-US" sz="1200" dirty="0">
              <a:latin typeface="Opensans-Regular"/>
              <a:cs typeface="Segoe UI" panose="020B0502040204020203" pitchFamily="34" charset="0"/>
            </a:endParaRPr>
          </a:p>
        </p:txBody>
      </p:sp>
      <p:sp>
        <p:nvSpPr>
          <p:cNvPr id="16395" name="Google Shape;228;p3">
            <a:extLst>
              <a:ext uri="{FF2B5EF4-FFF2-40B4-BE49-F238E27FC236}">
                <a16:creationId xmlns:a16="http://schemas.microsoft.com/office/drawing/2014/main" id="{DCDD14D0-3B6F-6343-59E8-19215EFC74BF}"/>
              </a:ext>
            </a:extLst>
          </p:cNvPr>
          <p:cNvSpPr txBox="1">
            <a:spLocks noChangeArrowheads="1"/>
          </p:cNvSpPr>
          <p:nvPr/>
        </p:nvSpPr>
        <p:spPr bwMode="auto">
          <a:xfrm>
            <a:off x="2217045" y="4827937"/>
            <a:ext cx="48387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90000"/>
              </a:lnSpc>
              <a:buClr>
                <a:srgbClr val="7CA655"/>
              </a:buClr>
              <a:buSzPts val="1800"/>
            </a:pPr>
            <a:r>
              <a:rPr lang="en-US" altLang="en-US" sz="1800" b="1" dirty="0">
                <a:solidFill>
                  <a:srgbClr val="7CA655"/>
                </a:solidFill>
                <a:latin typeface="Franklin Gothic"/>
                <a:ea typeface="Franklin Gothic"/>
                <a:cs typeface="Franklin Gothic"/>
                <a:sym typeface="Franklin Gothic"/>
              </a:rPr>
              <a:t>Current Status:</a:t>
            </a:r>
          </a:p>
        </p:txBody>
      </p:sp>
      <p:sp>
        <p:nvSpPr>
          <p:cNvPr id="16396" name="Google Shape;229;p3">
            <a:extLst>
              <a:ext uri="{FF2B5EF4-FFF2-40B4-BE49-F238E27FC236}">
                <a16:creationId xmlns:a16="http://schemas.microsoft.com/office/drawing/2014/main" id="{2E4A826B-F704-50CA-D861-B2ED20B93320}"/>
              </a:ext>
            </a:extLst>
          </p:cNvPr>
          <p:cNvSpPr txBox="1">
            <a:spLocks/>
          </p:cNvSpPr>
          <p:nvPr/>
        </p:nvSpPr>
        <p:spPr bwMode="auto">
          <a:xfrm>
            <a:off x="2281802" y="5205406"/>
            <a:ext cx="4838700" cy="787400"/>
          </a:xfrm>
          <a:prstGeom prst="rect">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429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429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buSzPts val="1600"/>
            </a:pPr>
            <a:r>
              <a:rPr lang="en-US" altLang="en-US" sz="1500" b="1"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Working model</a:t>
            </a:r>
            <a:r>
              <a:rPr lang="en-US" altLang="en-US" sz="1500"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 is ready for demonstration , further build is on progress. </a:t>
            </a:r>
            <a:r>
              <a:rPr lang="en-US" altLang="en-US" sz="1500" b="1"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Testing</a:t>
            </a:r>
            <a:r>
              <a:rPr lang="en-US" altLang="en-US" sz="1500"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 and </a:t>
            </a:r>
            <a:r>
              <a:rPr lang="en-US" altLang="en-US" sz="1500" b="1"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validation</a:t>
            </a:r>
            <a:r>
              <a:rPr lang="en-US" altLang="en-US" sz="1500" dirty="0">
                <a:solidFill>
                  <a:srgbClr val="374151"/>
                </a:solidFill>
                <a:ea typeface="Libre Franklin" panose="020F0502020204030204" pitchFamily="2" charset="0"/>
                <a:cs typeface="Libre Franklin" panose="020F0502020204030204" pitchFamily="2" charset="0"/>
                <a:sym typeface="Libre Franklin" panose="020F0502020204030204" pitchFamily="2" charset="0"/>
              </a:rPr>
              <a:t> process are next to be undergone.</a:t>
            </a:r>
            <a:endParaRPr lang="en-US" altLang="en-US" sz="1600" dirty="0">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endParaRPr>
          </a:p>
          <a:p>
            <a:pPr algn="just" eaLnBrk="1" hangingPunct="1">
              <a:lnSpc>
                <a:spcPct val="90000"/>
              </a:lnSpc>
              <a:buSzPts val="1600"/>
            </a:pPr>
            <a:endParaRPr lang="en-US" altLang="en-US" sz="1500" dirty="0">
              <a:solidFill>
                <a:srgbClr val="374151"/>
              </a:solidFill>
              <a:ea typeface="Libre Franklin" panose="020F0502020204030204" pitchFamily="2" charset="0"/>
              <a:cs typeface="Libre Franklin" panose="020F0502020204030204" pitchFamily="2" charset="0"/>
              <a:sym typeface="Libre Franklin" panose="020F0502020204030204" pitchFamily="2" charset="0"/>
            </a:endParaRPr>
          </a:p>
        </p:txBody>
      </p:sp>
      <p:sp>
        <p:nvSpPr>
          <p:cNvPr id="2" name="TextBox 2">
            <a:extLst>
              <a:ext uri="{FF2B5EF4-FFF2-40B4-BE49-F238E27FC236}">
                <a16:creationId xmlns:a16="http://schemas.microsoft.com/office/drawing/2014/main" id="{C8F7AB38-3017-33A2-E65C-1510D5701A02}"/>
              </a:ext>
            </a:extLst>
          </p:cNvPr>
          <p:cNvSpPr txBox="1">
            <a:spLocks noChangeArrowheads="1"/>
          </p:cNvSpPr>
          <p:nvPr/>
        </p:nvSpPr>
        <p:spPr bwMode="auto">
          <a:xfrm>
            <a:off x="6425016" y="822504"/>
            <a:ext cx="5724525"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r>
              <a:rPr lang="en-US" sz="1600" b="1" i="0" dirty="0">
                <a:solidFill>
                  <a:srgbClr val="212121"/>
                </a:solidFill>
                <a:effectLst/>
                <a:latin typeface="Opensans-Regular"/>
              </a:rPr>
              <a:t>Requirements</a:t>
            </a:r>
            <a:r>
              <a:rPr lang="en-US" sz="1600" i="0" dirty="0">
                <a:solidFill>
                  <a:srgbClr val="212121"/>
                </a:solidFill>
                <a:effectLst/>
                <a:latin typeface="Opensans-Regular"/>
              </a:rPr>
              <a:t>:</a:t>
            </a:r>
          </a:p>
          <a:p>
            <a:pPr algn="l"/>
            <a:r>
              <a:rPr lang="en-US" sz="1600" b="1" i="0" u="none" strike="noStrike" dirty="0">
                <a:solidFill>
                  <a:srgbClr val="212121"/>
                </a:solidFill>
                <a:effectLst/>
                <a:latin typeface="Opensans-Regular"/>
              </a:rPr>
              <a:t>LLM</a:t>
            </a:r>
            <a:r>
              <a:rPr lang="en-US" sz="1600" i="0" u="none" strike="noStrike" dirty="0">
                <a:solidFill>
                  <a:srgbClr val="212121"/>
                </a:solidFill>
                <a:effectLst/>
                <a:latin typeface="Opensans-Regular"/>
              </a:rPr>
              <a:t>: Use LLM for natural language processing</a:t>
            </a:r>
          </a:p>
          <a:p>
            <a:pPr algn="l"/>
            <a:endParaRPr lang="en-US" sz="1600" i="0" u="none" strike="noStrike" dirty="0">
              <a:solidFill>
                <a:srgbClr val="212121"/>
              </a:solidFill>
              <a:effectLst/>
              <a:latin typeface="Opensans-Regular"/>
            </a:endParaRPr>
          </a:p>
          <a:p>
            <a:pPr algn="l"/>
            <a:r>
              <a:rPr lang="en-US" sz="1600" b="1" i="0" u="none" strike="noStrike" dirty="0">
                <a:solidFill>
                  <a:srgbClr val="212121"/>
                </a:solidFill>
                <a:effectLst/>
                <a:latin typeface="Opensans-Regular"/>
              </a:rPr>
              <a:t>Knowledge Base Integration: </a:t>
            </a:r>
            <a:r>
              <a:rPr lang="en-US" sz="1600" i="0" u="none" strike="noStrike" dirty="0">
                <a:solidFill>
                  <a:srgbClr val="212121"/>
                </a:solidFill>
                <a:effectLst/>
                <a:latin typeface="Opensans-Regular"/>
              </a:rPr>
              <a:t>Create a knowledge base with information about different insurance policies, coverage options, premiums, and claim processes. Details can be shared in the form of PDF to create the knowledge base.</a:t>
            </a:r>
          </a:p>
          <a:p>
            <a:pPr algn="l"/>
            <a:endParaRPr lang="en-US" sz="1600" i="0" u="none" strike="noStrike" dirty="0">
              <a:solidFill>
                <a:srgbClr val="212121"/>
              </a:solidFill>
              <a:effectLst/>
              <a:latin typeface="Opensans-Regular"/>
            </a:endParaRPr>
          </a:p>
          <a:p>
            <a:pPr algn="l"/>
            <a:r>
              <a:rPr lang="en-US" sz="1600" b="1" dirty="0">
                <a:solidFill>
                  <a:srgbClr val="212121"/>
                </a:solidFill>
                <a:latin typeface="Opensans-Regular"/>
              </a:rPr>
              <a:t>Data contextualization: </a:t>
            </a:r>
            <a:r>
              <a:rPr lang="en-US" sz="1600" i="0" u="none" strike="noStrike" dirty="0">
                <a:solidFill>
                  <a:srgbClr val="212121"/>
                </a:solidFill>
                <a:effectLst/>
                <a:latin typeface="Opensans-Regular"/>
              </a:rPr>
              <a:t>Ensure the chatbot can retrieve and present relevant information from the knowledge base.</a:t>
            </a:r>
          </a:p>
          <a:p>
            <a:pPr algn="l"/>
            <a:endParaRPr lang="en-US" sz="1600" i="0" u="none" strike="noStrike" dirty="0">
              <a:solidFill>
                <a:srgbClr val="212121"/>
              </a:solidFill>
              <a:effectLst/>
              <a:latin typeface="Opensans-Regular"/>
            </a:endParaRPr>
          </a:p>
          <a:p>
            <a:pPr algn="l"/>
            <a:r>
              <a:rPr lang="en-US" sz="1600" b="1" i="0" u="none" strike="noStrike" dirty="0">
                <a:solidFill>
                  <a:srgbClr val="212121"/>
                </a:solidFill>
                <a:effectLst/>
                <a:latin typeface="Opensans-Regular"/>
              </a:rPr>
              <a:t>Conversation Management: </a:t>
            </a:r>
            <a:r>
              <a:rPr lang="en-US" sz="1600" i="0" u="none" strike="noStrike" dirty="0">
                <a:solidFill>
                  <a:srgbClr val="212121"/>
                </a:solidFill>
                <a:effectLst/>
                <a:latin typeface="Opensans-Regular"/>
              </a:rPr>
              <a:t>Implement fallback mechanisms to escalate complex issues to human agents if necessary.</a:t>
            </a:r>
          </a:p>
          <a:p>
            <a:pPr eaLnBrk="1" hangingPunct="1"/>
            <a:r>
              <a:rPr lang="en-US" sz="1600" i="0" dirty="0">
                <a:solidFill>
                  <a:srgbClr val="212121"/>
                </a:solidFill>
                <a:effectLst/>
                <a:latin typeface="Opensans-Regular"/>
              </a:rPr>
              <a:t>they need.</a:t>
            </a:r>
            <a:br>
              <a:rPr lang="en-US" sz="1600" dirty="0">
                <a:latin typeface="Opensans-Regular"/>
              </a:rPr>
            </a:br>
            <a:endParaRPr lang="en-US" altLang="en-US" sz="1200" dirty="0">
              <a:latin typeface="Opensans-Regular"/>
              <a:cs typeface="Segoe UI" panose="020B0502040204020203" pitchFamily="34" charset="0"/>
            </a:endParaRPr>
          </a:p>
        </p:txBody>
      </p:sp>
      <p:pic>
        <p:nvPicPr>
          <p:cNvPr id="3" name="Picture 2">
            <a:extLst>
              <a:ext uri="{FF2B5EF4-FFF2-40B4-BE49-F238E27FC236}">
                <a16:creationId xmlns:a16="http://schemas.microsoft.com/office/drawing/2014/main" id="{B0603359-A2F2-2909-A7BA-2A8A232BC788}"/>
              </a:ext>
            </a:extLst>
          </p:cNvPr>
          <p:cNvPicPr>
            <a:picLocks noChangeAspect="1"/>
          </p:cNvPicPr>
          <p:nvPr/>
        </p:nvPicPr>
        <p:blipFill>
          <a:blip r:embed="rId3"/>
          <a:srcRect l="1763" t="6356" r="1845" b="4816"/>
          <a:stretch/>
        </p:blipFill>
        <p:spPr>
          <a:xfrm>
            <a:off x="7693246" y="5192374"/>
            <a:ext cx="3966890" cy="1362394"/>
          </a:xfrm>
          <a:prstGeom prst="rect">
            <a:avLst/>
          </a:prstGeom>
        </p:spPr>
      </p:pic>
      <p:sp>
        <p:nvSpPr>
          <p:cNvPr id="5" name="Google Shape;218;p2">
            <a:extLst>
              <a:ext uri="{FF2B5EF4-FFF2-40B4-BE49-F238E27FC236}">
                <a16:creationId xmlns:a16="http://schemas.microsoft.com/office/drawing/2014/main" id="{AD1FDE21-E31A-F871-E0FD-5D996E572CEA}"/>
              </a:ext>
            </a:extLst>
          </p:cNvPr>
          <p:cNvSpPr txBox="1">
            <a:spLocks/>
          </p:cNvSpPr>
          <p:nvPr/>
        </p:nvSpPr>
        <p:spPr bwMode="auto">
          <a:xfrm>
            <a:off x="283810" y="851422"/>
            <a:ext cx="5807075" cy="3695178"/>
          </a:xfrm>
          <a:prstGeom prst="rect">
            <a:avLst/>
          </a:prstGeom>
          <a:noFill/>
          <a:ln cap="flat">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spcFirstLastPara="1" vert="horz" wrap="square" lIns="0" tIns="0" rIns="0" bIns="0" numCol="1" anchor="t" anchorCtr="0" compatLnSpc="1">
            <a:prstTxWarp prst="textNoShape">
              <a:avLst/>
            </a:prstTxWarp>
            <a:noAutofit/>
          </a:bodyPr>
          <a:lstStyle>
            <a:defPPr marR="0" lvl="0" algn="l" rtl="0">
              <a:lnSpc>
                <a:spcPct val="100000"/>
              </a:lnSpc>
              <a:spcBef>
                <a:spcPts val="0"/>
              </a:spcBef>
              <a:spcAft>
                <a:spcPts val="0"/>
              </a:spcAft>
            </a:defPPr>
            <a:lvl1pPr marL="457200" lvl="0" indent="-228600" algn="l" rtl="0" eaLnBrk="0" fontAlgn="base" hangingPunct="0">
              <a:lnSpc>
                <a:spcPct val="100000"/>
              </a:lnSpc>
              <a:spcBef>
                <a:spcPts val="1000"/>
              </a:spcBef>
              <a:spcAft>
                <a:spcPts val="0"/>
              </a:spcAft>
              <a:buClr>
                <a:schemeClr val="dk1"/>
              </a:buClr>
              <a:buSzPts val="1600"/>
              <a:buFont typeface="Arial" panose="020B0604020202020204" pitchFamily="34" charset="0"/>
              <a:buNone/>
              <a:defRPr sz="1600" b="0" i="0">
                <a:solidFill>
                  <a:schemeClr val="dk1"/>
                </a:solidFill>
                <a:latin typeface="Libre Franklin"/>
                <a:ea typeface="Libre Franklin"/>
                <a:cs typeface="Libre Franklin"/>
                <a:sym typeface="Libre Franklin"/>
              </a:defRPr>
            </a:lvl1pPr>
            <a:lvl2pPr marL="914400" lvl="1" indent="-482600" algn="l" rtl="0" eaLnBrk="0" fontAlgn="base" hangingPunct="0">
              <a:lnSpc>
                <a:spcPct val="90000"/>
              </a:lnSpc>
              <a:spcBef>
                <a:spcPts val="500"/>
              </a:spcBef>
              <a:spcAft>
                <a:spcPts val="0"/>
              </a:spcAft>
              <a:buClr>
                <a:schemeClr val="dk1"/>
              </a:buClr>
              <a:buSzPts val="4000"/>
              <a:buFont typeface="Arial" panose="020B0604020202020204" pitchFamily="34" charset="0"/>
              <a:buChar char="•"/>
              <a:defRPr sz="4000">
                <a:solidFill>
                  <a:srgbClr val="000000"/>
                </a:solidFill>
                <a:latin typeface="Arial"/>
                <a:ea typeface="Arial"/>
                <a:cs typeface="Arial"/>
                <a:sym typeface="Arial" panose="020B0604020202020204" pitchFamily="34" charset="0"/>
              </a:defRPr>
            </a:lvl2pPr>
            <a:lvl3pPr marL="1371600" lvl="2" indent="-482600" algn="l" rtl="0" eaLnBrk="0" fontAlgn="base" hangingPunct="0">
              <a:lnSpc>
                <a:spcPct val="90000"/>
              </a:lnSpc>
              <a:spcBef>
                <a:spcPts val="500"/>
              </a:spcBef>
              <a:spcAft>
                <a:spcPts val="0"/>
              </a:spcAft>
              <a:buClr>
                <a:schemeClr val="dk1"/>
              </a:buClr>
              <a:buSzPts val="4000"/>
              <a:buFont typeface="Arial" panose="020B0604020202020204" pitchFamily="34" charset="0"/>
              <a:buChar char="•"/>
              <a:defRPr sz="4000">
                <a:solidFill>
                  <a:srgbClr val="000000"/>
                </a:solidFill>
                <a:latin typeface="Arial"/>
                <a:ea typeface="Arial"/>
                <a:cs typeface="Arial"/>
                <a:sym typeface="Arial" panose="020B0604020202020204" pitchFamily="34" charset="0"/>
              </a:defRPr>
            </a:lvl3pPr>
            <a:lvl4pPr marL="1828800" lvl="3" indent="-482600" algn="l" rtl="0" eaLnBrk="0" fontAlgn="base" hangingPunct="0">
              <a:lnSpc>
                <a:spcPct val="90000"/>
              </a:lnSpc>
              <a:spcBef>
                <a:spcPts val="500"/>
              </a:spcBef>
              <a:spcAft>
                <a:spcPts val="0"/>
              </a:spcAft>
              <a:buClr>
                <a:schemeClr val="dk1"/>
              </a:buClr>
              <a:buSzPts val="4000"/>
              <a:buFont typeface="Arial" panose="020B0604020202020204" pitchFamily="34" charset="0"/>
              <a:buChar char="•"/>
              <a:defRPr sz="4000">
                <a:solidFill>
                  <a:srgbClr val="000000"/>
                </a:solidFill>
                <a:latin typeface="Arial"/>
                <a:ea typeface="Arial"/>
                <a:cs typeface="Arial"/>
                <a:sym typeface="Arial" panose="020B0604020202020204" pitchFamily="34" charset="0"/>
              </a:defRPr>
            </a:lvl4pPr>
            <a:lvl5pPr marL="2286000" lvl="4" indent="-482600" algn="l" rtl="0" eaLnBrk="0" fontAlgn="base" hangingPunct="0">
              <a:lnSpc>
                <a:spcPct val="90000"/>
              </a:lnSpc>
              <a:spcBef>
                <a:spcPts val="500"/>
              </a:spcBef>
              <a:spcAft>
                <a:spcPts val="0"/>
              </a:spcAft>
              <a:buClr>
                <a:schemeClr val="dk1"/>
              </a:buClr>
              <a:buSzPts val="4000"/>
              <a:buFont typeface="Arial" panose="020B0604020202020204" pitchFamily="34" charset="0"/>
              <a:buChar char="•"/>
              <a:defRPr sz="4000">
                <a:solidFill>
                  <a:srgbClr val="000000"/>
                </a:solidFill>
                <a:latin typeface="Arial"/>
                <a:ea typeface="Arial"/>
                <a:cs typeface="Arial"/>
                <a:sym typeface="Arial" panose="020B0604020202020204" pitchFamily="34" charset="0"/>
              </a:defRPr>
            </a:lvl5pPr>
            <a:lvl6pPr marL="2743200" marR="0" lvl="5" indent="-342900" algn="l" rtl="0">
              <a:lnSpc>
                <a:spcPct val="90000"/>
              </a:lnSpc>
              <a:spcBef>
                <a:spcPts val="500"/>
              </a:spcBef>
              <a:spcAft>
                <a:spcPts val="0"/>
              </a:spcAft>
              <a:buClr>
                <a:schemeClr val="lt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400" b="0" i="0" u="none" strike="noStrike" cap="none">
                <a:solidFill>
                  <a:srgbClr val="000000"/>
                </a:solidFill>
                <a:latin typeface="Arial"/>
                <a:ea typeface="Arial"/>
                <a:cs typeface="Arial"/>
                <a:sym typeface="Arial"/>
              </a:defRPr>
            </a:lvl9pPr>
          </a:lstStyle>
          <a:p>
            <a:pPr marL="0" indent="0" algn="just" eaLnBrk="1" hangingPunct="1">
              <a:spcBef>
                <a:spcPct val="0"/>
              </a:spcBef>
              <a:spcAft>
                <a:spcPct val="0"/>
              </a:spcAft>
              <a:buClr>
                <a:srgbClr val="7CA655"/>
              </a:buClr>
              <a:buSzPts val="1800"/>
            </a:pPr>
            <a:endParaRPr lang="en-US" altLang="en-US" sz="1800" kern="0" dirty="0">
              <a:solidFill>
                <a:srgbClr val="7CA655"/>
              </a:solidFill>
              <a:latin typeface="Franklin Gothic"/>
              <a:ea typeface="Libre Franklin" panose="020F0502020204030204" pitchFamily="2" charset="0"/>
              <a:cs typeface="Libre Franklin" panose="020F0502020204030204" pitchFamily="2" charset="0"/>
              <a:sym typeface="Libre Franklin" panose="020F0502020204030204" pitchFamily="2" charset="0"/>
            </a:endParaRPr>
          </a:p>
          <a:p>
            <a:pPr marL="0" indent="0" algn="just" eaLnBrk="1" hangingPunct="1">
              <a:spcBef>
                <a:spcPct val="0"/>
              </a:spcBef>
              <a:spcAft>
                <a:spcPct val="0"/>
              </a:spcAft>
              <a:buClr>
                <a:srgbClr val="000000"/>
              </a:buClr>
            </a:pPr>
            <a:endParaRPr lang="en-US" altLang="en-US" sz="1800" kern="0" dirty="0">
              <a:solidFill>
                <a:srgbClr val="7CA655"/>
              </a:solidFill>
              <a:latin typeface="Segoe UI" panose="020B0502040204020203" pitchFamily="34" charset="0"/>
              <a:ea typeface="Libre Franklin" panose="020F0502020204030204" pitchFamily="2" charset="0"/>
              <a:cs typeface="Segoe UI" panose="020B0502040204020203" pitchFamily="34" charset="0"/>
              <a:sym typeface="Libre Franklin" panose="020F0502020204030204"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FEA46-BF63-DCA8-9B7F-CF4E8B356E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7135C8-D3BA-A68A-16FA-62A3AA6F9902}"/>
              </a:ext>
            </a:extLst>
          </p:cNvPr>
          <p:cNvSpPr/>
          <p:nvPr/>
        </p:nvSpPr>
        <p:spPr>
          <a:xfrm>
            <a:off x="855663" y="1770063"/>
            <a:ext cx="2303462" cy="300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IN" altLang="en-US">
              <a:solidFill>
                <a:srgbClr val="FFFFFF"/>
              </a:solidFill>
            </a:endParaRPr>
          </a:p>
        </p:txBody>
      </p:sp>
      <p:sp>
        <p:nvSpPr>
          <p:cNvPr id="16387" name="Google Shape;217;p2">
            <a:extLst>
              <a:ext uri="{FF2B5EF4-FFF2-40B4-BE49-F238E27FC236}">
                <a16:creationId xmlns:a16="http://schemas.microsoft.com/office/drawing/2014/main" id="{0C1074B7-4CB9-D7BF-600E-D0CFD35BCEDE}"/>
              </a:ext>
            </a:extLst>
          </p:cNvPr>
          <p:cNvSpPr txBox="1">
            <a:spLocks noGrp="1" noChangeArrowheads="1"/>
          </p:cNvSpPr>
          <p:nvPr>
            <p:ph type="title"/>
          </p:nvPr>
        </p:nvSpPr>
        <p:spPr>
          <a:xfrm>
            <a:off x="303213" y="50800"/>
            <a:ext cx="6462712" cy="611188"/>
          </a:xfrm>
        </p:spPr>
        <p:txBody>
          <a:bodyPr/>
          <a:lstStyle/>
          <a:p>
            <a:pPr eaLnBrk="1" hangingPunct="1">
              <a:spcBef>
                <a:spcPct val="0"/>
              </a:spcBef>
              <a:spcAft>
                <a:spcPct val="0"/>
              </a:spcAft>
              <a:buClr>
                <a:srgbClr val="000000"/>
              </a:buClr>
              <a:buSzTx/>
            </a:pPr>
            <a:r>
              <a:rPr lang="en-US" altLang="en-US" dirty="0"/>
              <a:t>Idea/Approach Details</a:t>
            </a:r>
          </a:p>
        </p:txBody>
      </p:sp>
      <p:sp>
        <p:nvSpPr>
          <p:cNvPr id="16388" name="Google Shape;218;p2">
            <a:extLst>
              <a:ext uri="{FF2B5EF4-FFF2-40B4-BE49-F238E27FC236}">
                <a16:creationId xmlns:a16="http://schemas.microsoft.com/office/drawing/2014/main" id="{62E84908-CC11-7B67-243A-548C2FE837E5}"/>
              </a:ext>
            </a:extLst>
          </p:cNvPr>
          <p:cNvSpPr txBox="1">
            <a:spLocks noGrp="1"/>
          </p:cNvSpPr>
          <p:nvPr>
            <p:ph type="body" idx="1"/>
          </p:nvPr>
        </p:nvSpPr>
        <p:spPr>
          <a:xfrm>
            <a:off x="204788" y="731837"/>
            <a:ext cx="5807075" cy="4736131"/>
          </a:xfrm>
          <a:ln cap="flat">
            <a:solidFill>
              <a:schemeClr val="tx1"/>
            </a:solidFill>
            <a:round/>
            <a:headEnd type="none" w="sm" len="sm"/>
            <a:tailEnd type="none" w="sm" len="sm"/>
          </a:ln>
        </p:spPr>
        <p:txBody>
          <a:bodyPr/>
          <a:lstStyle/>
          <a:p>
            <a:pPr marL="0" indent="0" algn="just" eaLnBrk="1" hangingPunct="1">
              <a:spcBef>
                <a:spcPct val="0"/>
              </a:spcBef>
              <a:spcAft>
                <a:spcPct val="0"/>
              </a:spcAft>
              <a:buClr>
                <a:srgbClr val="7CA655"/>
              </a:buClr>
              <a:buSzPts val="1800"/>
            </a:pPr>
            <a:endParaRPr lang="en-US" altLang="en-US" sz="1800">
              <a:solidFill>
                <a:srgbClr val="7CA655"/>
              </a:solidFill>
              <a:latin typeface="Franklin Gothic"/>
              <a:ea typeface="Libre Franklin" panose="020F0502020204030204" pitchFamily="2" charset="0"/>
              <a:cs typeface="Libre Franklin" panose="020F0502020204030204" pitchFamily="2" charset="0"/>
              <a:sym typeface="Libre Franklin" panose="020F0502020204030204" pitchFamily="2" charset="0"/>
            </a:endParaRPr>
          </a:p>
          <a:p>
            <a:pPr marL="0" indent="0" algn="just" eaLnBrk="1" hangingPunct="1">
              <a:spcBef>
                <a:spcPct val="0"/>
              </a:spcBef>
              <a:spcAft>
                <a:spcPct val="0"/>
              </a:spcAft>
              <a:buClr>
                <a:srgbClr val="000000"/>
              </a:buClr>
            </a:pPr>
            <a:endParaRPr lang="en-US" altLang="en-US" sz="1800">
              <a:solidFill>
                <a:srgbClr val="7CA655"/>
              </a:solidFill>
              <a:latin typeface="Segoe UI" panose="020B0502040204020203" pitchFamily="34" charset="0"/>
              <a:ea typeface="Libre Franklin" panose="020F0502020204030204" pitchFamily="2" charset="0"/>
              <a:cs typeface="Segoe UI" panose="020B0502040204020203" pitchFamily="34" charset="0"/>
              <a:sym typeface="Libre Franklin" panose="020F0502020204030204" pitchFamily="2" charset="0"/>
            </a:endParaRPr>
          </a:p>
        </p:txBody>
      </p:sp>
      <p:sp>
        <p:nvSpPr>
          <p:cNvPr id="16389" name="Google Shape;219;p2">
            <a:extLst>
              <a:ext uri="{FF2B5EF4-FFF2-40B4-BE49-F238E27FC236}">
                <a16:creationId xmlns:a16="http://schemas.microsoft.com/office/drawing/2014/main" id="{7FBF4AF0-9F24-8CC3-F926-8E78878BA729}"/>
              </a:ext>
            </a:extLst>
          </p:cNvPr>
          <p:cNvSpPr>
            <a:spLocks noGrp="1" noChangeArrowheads="1"/>
          </p:cNvSpPr>
          <p:nvPr>
            <p:ph type="sldNum" sz="quarter" idx="12"/>
          </p:nvPr>
        </p:nvSpPr>
        <p:spPr>
          <a:xfrm>
            <a:off x="941388" y="6561138"/>
            <a:ext cx="523875" cy="247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3D9C1398-9F81-416B-B1AB-C50CC6E44B03}" type="slidenum">
              <a:rPr lang="en-US" altLang="en-US" sz="1100">
                <a:latin typeface="Libre Franklin" panose="020F0502020204030204" pitchFamily="2" charset="0"/>
                <a:cs typeface="Libre Franklin" panose="020F0502020204030204" pitchFamily="2" charset="0"/>
                <a:sym typeface="Libre Franklin" panose="020F0502020204030204" pitchFamily="2" charset="0"/>
              </a:rPr>
              <a:pPr/>
              <a:t>3</a:t>
            </a:fld>
            <a:endParaRPr lang="en-US" altLang="en-US" sz="1100">
              <a:latin typeface="Libre Franklin" panose="020F0502020204030204" pitchFamily="2" charset="0"/>
              <a:cs typeface="Libre Franklin" panose="020F0502020204030204" pitchFamily="2" charset="0"/>
              <a:sym typeface="Libre Franklin" panose="020F0502020204030204" pitchFamily="2" charset="0"/>
            </a:endParaRPr>
          </a:p>
        </p:txBody>
      </p:sp>
      <p:sp>
        <p:nvSpPr>
          <p:cNvPr id="16390" name="Google Shape;221;p2">
            <a:extLst>
              <a:ext uri="{FF2B5EF4-FFF2-40B4-BE49-F238E27FC236}">
                <a16:creationId xmlns:a16="http://schemas.microsoft.com/office/drawing/2014/main" id="{72610B75-071B-80E4-EC64-3908A28BFF67}"/>
              </a:ext>
            </a:extLst>
          </p:cNvPr>
          <p:cNvSpPr txBox="1">
            <a:spLocks noChangeArrowheads="1"/>
          </p:cNvSpPr>
          <p:nvPr/>
        </p:nvSpPr>
        <p:spPr bwMode="auto">
          <a:xfrm>
            <a:off x="7256463" y="2149475"/>
            <a:ext cx="4687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endParaRPr lang="en-US" altLang="en-US" sz="1800">
              <a:solidFill>
                <a:srgbClr val="7CA655"/>
              </a:solidFill>
              <a:latin typeface="Franklin Gothic"/>
            </a:endParaRPr>
          </a:p>
        </p:txBody>
      </p:sp>
      <p:sp>
        <p:nvSpPr>
          <p:cNvPr id="16391" name="Google Shape;222;p2">
            <a:extLst>
              <a:ext uri="{FF2B5EF4-FFF2-40B4-BE49-F238E27FC236}">
                <a16:creationId xmlns:a16="http://schemas.microsoft.com/office/drawing/2014/main" id="{BBB31A57-0CEB-EE18-0C7A-273DA6475A6D}"/>
              </a:ext>
            </a:extLst>
          </p:cNvPr>
          <p:cNvSpPr txBox="1">
            <a:spLocks noChangeArrowheads="1"/>
          </p:cNvSpPr>
          <p:nvPr/>
        </p:nvSpPr>
        <p:spPr bwMode="auto">
          <a:xfrm>
            <a:off x="6604000" y="3370263"/>
            <a:ext cx="5403850" cy="3316287"/>
          </a:xfrm>
          <a:prstGeom prst="rect">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0" rIns="0" bIns="0"/>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
                <a:srgbClr val="7CA655"/>
              </a:buClr>
              <a:buSzPts val="1800"/>
            </a:pPr>
            <a:r>
              <a:rPr lang="en-US" altLang="en-US" sz="1800" dirty="0">
                <a:solidFill>
                  <a:srgbClr val="7CA655"/>
                </a:solidFill>
                <a:latin typeface="Franklin Gothic"/>
                <a:ea typeface="Franklin Gothic"/>
                <a:cs typeface="Franklin Gothic"/>
                <a:sym typeface="Franklin Gothic"/>
              </a:rPr>
              <a:t> Technology stack </a:t>
            </a:r>
            <a:r>
              <a:rPr lang="en-US" altLang="en-US" sz="1600" dirty="0">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rPr>
              <a:t>:</a:t>
            </a:r>
            <a:endParaRPr lang="en-US" altLang="en-US" dirty="0"/>
          </a:p>
          <a:p>
            <a:pPr eaLnBrk="1" hangingPunct="1">
              <a:spcBef>
                <a:spcPts val="1000"/>
              </a:spcBef>
              <a:buSzPts val="1600"/>
            </a:pPr>
            <a:endParaRPr lang="en-US" altLang="en-US" sz="1600" dirty="0">
              <a:latin typeface="Libre Franklin" panose="020F0502020204030204" pitchFamily="2" charset="0"/>
              <a:ea typeface="Libre Franklin" panose="020F0502020204030204" pitchFamily="2" charset="0"/>
              <a:cs typeface="Libre Franklin" panose="020F0502020204030204" pitchFamily="2" charset="0"/>
            </a:endParaRPr>
          </a:p>
        </p:txBody>
      </p:sp>
      <p:pic>
        <p:nvPicPr>
          <p:cNvPr id="16392" name="Picture 8" descr="A diagram of a process flow&#10;&#10;Description automatically generated">
            <a:extLst>
              <a:ext uri="{FF2B5EF4-FFF2-40B4-BE49-F238E27FC236}">
                <a16:creationId xmlns:a16="http://schemas.microsoft.com/office/drawing/2014/main" id="{D6D9DC37-4BCE-BAC3-3A6C-E946EC55E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742" b="4349"/>
          <a:stretch>
            <a:fillRect/>
          </a:stretch>
        </p:blipFill>
        <p:spPr bwMode="auto">
          <a:xfrm>
            <a:off x="6246813" y="271463"/>
            <a:ext cx="5870575"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4" name="TextBox 2">
            <a:extLst>
              <a:ext uri="{FF2B5EF4-FFF2-40B4-BE49-F238E27FC236}">
                <a16:creationId xmlns:a16="http://schemas.microsoft.com/office/drawing/2014/main" id="{92F45241-08D4-86F4-0422-23A79CD23788}"/>
              </a:ext>
            </a:extLst>
          </p:cNvPr>
          <p:cNvSpPr txBox="1">
            <a:spLocks noChangeArrowheads="1"/>
          </p:cNvSpPr>
          <p:nvPr/>
        </p:nvSpPr>
        <p:spPr bwMode="auto">
          <a:xfrm>
            <a:off x="287338" y="728441"/>
            <a:ext cx="5724525" cy="5360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r>
              <a:rPr lang="en-US" altLang="en-US" sz="1800" b="1" dirty="0">
                <a:solidFill>
                  <a:srgbClr val="7CA655"/>
                </a:solidFill>
                <a:latin typeface="Libre Franklin" panose="020F0502020204030204" pitchFamily="2" charset="0"/>
                <a:cs typeface="Segoe UI" panose="020B0502040204020203" pitchFamily="34" charset="0"/>
              </a:rPr>
              <a:t>Idea/Solution/Prototype  </a:t>
            </a:r>
          </a:p>
          <a:p>
            <a:pPr eaLnBrk="1" hangingPunct="1">
              <a:spcBef>
                <a:spcPts val="1000"/>
              </a:spcBef>
              <a:buFont typeface="Wingdings" panose="05000000000000000000" pitchFamily="2" charset="2"/>
              <a:buChar char="Ø"/>
            </a:pPr>
            <a:r>
              <a:rPr lang="en-US" altLang="en-US" b="1" u="sng" dirty="0">
                <a:latin typeface="Segoe UI" panose="020B0502040204020203" pitchFamily="34" charset="0"/>
                <a:cs typeface="Segoe UI" panose="020B0502040204020203" pitchFamily="34" charset="0"/>
              </a:rPr>
              <a:t>Leverage opensource technology</a:t>
            </a:r>
            <a:r>
              <a:rPr lang="en-US" altLang="en-US" u="sng" dirty="0">
                <a:latin typeface="Segoe UI" panose="020B0502040204020203" pitchFamily="34" charset="0"/>
                <a:cs typeface="Segoe UI" panose="020B0502040204020203" pitchFamily="34" charset="0"/>
              </a:rPr>
              <a:t> </a:t>
            </a:r>
            <a:r>
              <a:rPr lang="en-US" altLang="en-US" dirty="0">
                <a:latin typeface="Segoe UI" panose="020B0502040204020203" pitchFamily="34" charset="0"/>
                <a:cs typeface="Segoe UI" panose="020B0502040204020203" pitchFamily="34" charset="0"/>
              </a:rPr>
              <a:t>: To reduce </a:t>
            </a:r>
            <a:r>
              <a:rPr lang="en-US" altLang="en-US" b="1" dirty="0">
                <a:latin typeface="Segoe UI" panose="020B0502040204020203" pitchFamily="34" charset="0"/>
                <a:cs typeface="Segoe UI" panose="020B0502040204020203" pitchFamily="34" charset="0"/>
              </a:rPr>
              <a:t>development costs</a:t>
            </a:r>
            <a:r>
              <a:rPr lang="en-US" altLang="en-US" dirty="0">
                <a:latin typeface="Segoe UI" panose="020B0502040204020203" pitchFamily="34" charset="0"/>
                <a:cs typeface="Segoe UI" panose="020B0502040204020203" pitchFamily="34" charset="0"/>
              </a:rPr>
              <a:t>, and benefit from a wide range of freely available tools, </a:t>
            </a:r>
            <a:r>
              <a:rPr lang="en-US" altLang="en-US" b="1" dirty="0">
                <a:latin typeface="Segoe UI" panose="020B0502040204020203" pitchFamily="34" charset="0"/>
                <a:cs typeface="Segoe UI" panose="020B0502040204020203" pitchFamily="34" charset="0"/>
              </a:rPr>
              <a:t>libraries</a:t>
            </a:r>
            <a:r>
              <a:rPr lang="en-US" altLang="en-US" dirty="0">
                <a:latin typeface="Segoe UI" panose="020B0502040204020203" pitchFamily="34" charset="0"/>
                <a:cs typeface="Segoe UI" panose="020B0502040204020203" pitchFamily="34" charset="0"/>
              </a:rPr>
              <a:t>, and resources in building the chatbot.</a:t>
            </a:r>
            <a:endParaRPr lang="en-US" altLang="en-US" b="1" u="sng" dirty="0">
              <a:latin typeface="Segoe UI" panose="020B0502040204020203" pitchFamily="34" charset="0"/>
              <a:cs typeface="Segoe UI" panose="020B0502040204020203" pitchFamily="34" charset="0"/>
            </a:endParaRPr>
          </a:p>
          <a:p>
            <a:pPr eaLnBrk="1" hangingPunct="1">
              <a:spcBef>
                <a:spcPts val="1000"/>
              </a:spcBef>
              <a:buFont typeface="Wingdings" panose="05000000000000000000" pitchFamily="2" charset="2"/>
              <a:buChar char="Ø"/>
            </a:pPr>
            <a:r>
              <a:rPr lang="en-US" altLang="en-US" b="1" u="sng" dirty="0">
                <a:latin typeface="Segoe UI" panose="020B0502040204020203" pitchFamily="34" charset="0"/>
                <a:cs typeface="Segoe UI" panose="020B0502040204020203" pitchFamily="34" charset="0"/>
              </a:rPr>
              <a:t>Contextualized Conversation: </a:t>
            </a:r>
            <a:r>
              <a:rPr lang="en-US" altLang="en-US" dirty="0">
                <a:latin typeface="Segoe UI" panose="020B0502040204020203" pitchFamily="34" charset="0"/>
                <a:cs typeface="Segoe UI" panose="020B0502040204020203" pitchFamily="34" charset="0"/>
              </a:rPr>
              <a:t> We are creating</a:t>
            </a:r>
            <a:r>
              <a:rPr lang="en-US" altLang="en-US" b="1" dirty="0">
                <a:latin typeface="Segoe UI" panose="020B0502040204020203" pitchFamily="34" charset="0"/>
                <a:cs typeface="Segoe UI" panose="020B0502040204020203" pitchFamily="34" charset="0"/>
              </a:rPr>
              <a:t> NLP</a:t>
            </a:r>
            <a:r>
              <a:rPr lang="en-US" altLang="en-US" dirty="0">
                <a:latin typeface="Segoe UI" panose="020B0502040204020203" pitchFamily="34" charset="0"/>
                <a:cs typeface="Segoe UI" panose="020B0502040204020203" pitchFamily="34" charset="0"/>
              </a:rPr>
              <a:t>-driven chatbot with </a:t>
            </a:r>
            <a:r>
              <a:rPr lang="en-US" altLang="en-US" b="1" dirty="0">
                <a:latin typeface="Segoe UI" panose="020B0502040204020203" pitchFamily="34" charset="0"/>
                <a:cs typeface="Segoe UI" panose="020B0502040204020203" pitchFamily="34" charset="0"/>
              </a:rPr>
              <a:t>context management</a:t>
            </a:r>
            <a:r>
              <a:rPr lang="en-US" altLang="en-US" dirty="0">
                <a:latin typeface="Segoe UI" panose="020B0502040204020203" pitchFamily="34" charset="0"/>
                <a:cs typeface="Segoe UI" panose="020B0502040204020203" pitchFamily="34" charset="0"/>
              </a:rPr>
              <a:t>, intent recognition, and user engagement ensuring to the point answers.</a:t>
            </a:r>
          </a:p>
          <a:p>
            <a:pPr eaLnBrk="1" hangingPunct="1">
              <a:spcBef>
                <a:spcPts val="1000"/>
              </a:spcBef>
              <a:buFont typeface="Wingdings" panose="05000000000000000000" pitchFamily="2" charset="2"/>
              <a:buChar char="Ø"/>
            </a:pPr>
            <a:r>
              <a:rPr lang="en-US" altLang="en-US" b="1" u="sng" dirty="0">
                <a:latin typeface="Segoe UI" panose="020B0502040204020203" pitchFamily="34" charset="0"/>
                <a:cs typeface="Segoe UI" panose="020B0502040204020203" pitchFamily="34" charset="0"/>
              </a:rPr>
              <a:t>Query Categorization:</a:t>
            </a:r>
            <a:r>
              <a:rPr lang="en-US" altLang="en-US" dirty="0">
                <a:latin typeface="Segoe UI" panose="020B0502040204020203" pitchFamily="34" charset="0"/>
                <a:cs typeface="Segoe UI" panose="020B0502040204020203" pitchFamily="34" charset="0"/>
              </a:rPr>
              <a:t> Categorize queries based on the type of information users seek (e.g., regulatory queries, land-related queries, safety compliance).</a:t>
            </a:r>
          </a:p>
          <a:p>
            <a:pPr eaLnBrk="1" hangingPunct="1">
              <a:spcBef>
                <a:spcPts val="1000"/>
              </a:spcBef>
              <a:buFont typeface="Wingdings" panose="05000000000000000000" pitchFamily="2" charset="2"/>
              <a:buChar char="Ø"/>
            </a:pPr>
            <a:r>
              <a:rPr lang="en-US" altLang="en-US" b="1" u="sng" dirty="0">
                <a:latin typeface="Segoe UI" panose="020B0502040204020203" pitchFamily="34" charset="0"/>
                <a:cs typeface="Segoe UI" panose="020B0502040204020203" pitchFamily="34" charset="0"/>
              </a:rPr>
              <a:t>Retrieval-Augmented Generation (RAG):</a:t>
            </a:r>
            <a:r>
              <a:rPr lang="en-US" altLang="en-US" dirty="0">
                <a:latin typeface="Segoe UI" panose="020B0502040204020203" pitchFamily="34" charset="0"/>
                <a:cs typeface="Segoe UI" panose="020B0502040204020203" pitchFamily="34" charset="0"/>
              </a:rPr>
              <a:t>Incorporated a hybrid approach by combining semantic search with large language models. This ensures precise and grounded responses based on actual documents, reducing hallucinations from the LLM.5.</a:t>
            </a:r>
          </a:p>
          <a:p>
            <a:pPr eaLnBrk="1" hangingPunct="1">
              <a:spcBef>
                <a:spcPts val="1000"/>
              </a:spcBef>
              <a:buFont typeface="Wingdings" panose="05000000000000000000" pitchFamily="2" charset="2"/>
              <a:buChar char="Ø"/>
            </a:pPr>
            <a:r>
              <a:rPr lang="en-US" altLang="en-US" dirty="0">
                <a:latin typeface="Segoe UI" panose="020B0502040204020203" pitchFamily="34" charset="0"/>
                <a:cs typeface="Segoe UI" panose="020B0502040204020203" pitchFamily="34" charset="0"/>
              </a:rPr>
              <a:t> </a:t>
            </a:r>
            <a:r>
              <a:rPr lang="en-US" altLang="en-US" b="1" u="sng" dirty="0">
                <a:latin typeface="Segoe UI" panose="020B0502040204020203" pitchFamily="34" charset="0"/>
                <a:cs typeface="Segoe UI" panose="020B0502040204020203" pitchFamily="34" charset="0"/>
              </a:rPr>
              <a:t>Fallback Mechanism with LLM</a:t>
            </a:r>
            <a:r>
              <a:rPr lang="en-US" altLang="en-US" dirty="0">
                <a:latin typeface="Segoe UI" panose="020B0502040204020203" pitchFamily="34" charset="0"/>
                <a:cs typeface="Segoe UI" panose="020B0502040204020203" pitchFamily="34" charset="0"/>
              </a:rPr>
              <a:t>: Integrated a smart fallback system that triggers a direct LLM response when the retrieval-based answer is vague or insufficient, ensuring that users always receive a meaningful and informative reply.</a:t>
            </a:r>
          </a:p>
          <a:p>
            <a:pPr eaLnBrk="1" hangingPunct="1">
              <a:spcBef>
                <a:spcPts val="1000"/>
              </a:spcBef>
              <a:buFont typeface="Wingdings" panose="05000000000000000000" pitchFamily="2" charset="2"/>
              <a:buChar char="Ø"/>
            </a:pPr>
            <a:endParaRPr lang="en-US" altLang="en-US" dirty="0">
              <a:latin typeface="Segoe UI" panose="020B0502040204020203" pitchFamily="34" charset="0"/>
              <a:cs typeface="Segoe UI" panose="020B0502040204020203" pitchFamily="34" charset="0"/>
            </a:endParaRPr>
          </a:p>
          <a:p>
            <a:pPr eaLnBrk="1" hangingPunct="1">
              <a:spcBef>
                <a:spcPts val="1000"/>
              </a:spcBef>
              <a:buFont typeface="Wingdings" panose="05000000000000000000" pitchFamily="2" charset="2"/>
              <a:buChar char="Ø"/>
            </a:pPr>
            <a:endParaRPr lang="en-US" altLang="en-US" dirty="0">
              <a:latin typeface="Segoe UI" panose="020B0502040204020203" pitchFamily="34" charset="0"/>
              <a:cs typeface="Segoe UI" panose="020B0502040204020203" pitchFamily="34" charset="0"/>
            </a:endParaRPr>
          </a:p>
        </p:txBody>
      </p:sp>
      <p:graphicFrame>
        <p:nvGraphicFramePr>
          <p:cNvPr id="21" name="Table 20">
            <a:extLst>
              <a:ext uri="{FF2B5EF4-FFF2-40B4-BE49-F238E27FC236}">
                <a16:creationId xmlns:a16="http://schemas.microsoft.com/office/drawing/2014/main" id="{80BDB354-39BA-0065-2662-C021B7DE649B}"/>
              </a:ext>
            </a:extLst>
          </p:cNvPr>
          <p:cNvGraphicFramePr>
            <a:graphicFrameLocks noGrp="1"/>
          </p:cNvGraphicFramePr>
          <p:nvPr>
            <p:extLst>
              <p:ext uri="{D42A27DB-BD31-4B8C-83A1-F6EECF244321}">
                <p14:modId xmlns:p14="http://schemas.microsoft.com/office/powerpoint/2010/main" val="580546783"/>
              </p:ext>
            </p:extLst>
          </p:nvPr>
        </p:nvGraphicFramePr>
        <p:xfrm>
          <a:off x="6780729" y="3641062"/>
          <a:ext cx="5050392" cy="2858975"/>
        </p:xfrm>
        <a:graphic>
          <a:graphicData uri="http://schemas.openxmlformats.org/drawingml/2006/table">
            <a:tbl>
              <a:tblPr/>
              <a:tblGrid>
                <a:gridCol w="2117049">
                  <a:extLst>
                    <a:ext uri="{9D8B030D-6E8A-4147-A177-3AD203B41FA5}">
                      <a16:colId xmlns:a16="http://schemas.microsoft.com/office/drawing/2014/main" val="1422512564"/>
                    </a:ext>
                  </a:extLst>
                </a:gridCol>
                <a:gridCol w="2933343">
                  <a:extLst>
                    <a:ext uri="{9D8B030D-6E8A-4147-A177-3AD203B41FA5}">
                      <a16:colId xmlns:a16="http://schemas.microsoft.com/office/drawing/2014/main" val="2618002914"/>
                    </a:ext>
                  </a:extLst>
                </a:gridCol>
              </a:tblGrid>
              <a:tr h="296826">
                <a:tc>
                  <a:txBody>
                    <a:bodyPr/>
                    <a:lstStyle/>
                    <a:p>
                      <a:r>
                        <a:rPr lang="en-IN"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Tool / Library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23446"/>
                  </a:ext>
                </a:extLst>
              </a:tr>
              <a:tr h="296826">
                <a:tc>
                  <a:txBody>
                    <a:bodyPr/>
                    <a:lstStyle/>
                    <a:p>
                      <a:r>
                        <a:rPr lang="en-IN" dirty="0"/>
                        <a:t>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8229987"/>
                  </a:ext>
                </a:extLst>
              </a:tr>
              <a:tr h="296826">
                <a:tc>
                  <a:txBody>
                    <a:bodyPr/>
                    <a:lstStyle/>
                    <a:p>
                      <a:r>
                        <a:rPr lang="en-IN"/>
                        <a:t>PDF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err="1"/>
                        <a:t>LangChain</a:t>
                      </a:r>
                      <a:r>
                        <a:rPr lang="en-IN" dirty="0"/>
                        <a:t> + </a:t>
                      </a:r>
                      <a:r>
                        <a:rPr lang="en-IN" dirty="0" err="1"/>
                        <a:t>PyPDFLoader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910824"/>
                  </a:ext>
                </a:extLst>
              </a:tr>
              <a:tr h="478649">
                <a:tc>
                  <a:txBody>
                    <a:bodyPr/>
                    <a:lstStyle/>
                    <a:p>
                      <a:r>
                        <a:rPr lang="en-IN" dirty="0"/>
                        <a:t>Chunking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RecursiveCharacterTextSplitter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6890279"/>
                  </a:ext>
                </a:extLst>
              </a:tr>
              <a:tr h="478649">
                <a:tc>
                  <a:txBody>
                    <a:bodyPr/>
                    <a:lstStyle/>
                    <a:p>
                      <a:r>
                        <a:rPr lang="en-IN"/>
                        <a:t>Embeddings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err="1"/>
                        <a:t>GoogleGenerativeAIEmbeddings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568751"/>
                  </a:ext>
                </a:extLst>
              </a:tr>
              <a:tr h="296826">
                <a:tc>
                  <a:txBody>
                    <a:bodyPr/>
                    <a:lstStyle/>
                    <a:p>
                      <a:r>
                        <a:rPr lang="en-IN" dirty="0"/>
                        <a:t>Vector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FAISS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502409"/>
                  </a:ext>
                </a:extLst>
              </a:tr>
              <a:tr h="296826">
                <a:tc>
                  <a:txBody>
                    <a:bodyPr/>
                    <a:lstStyle/>
                    <a:p>
                      <a:r>
                        <a:rPr lang="en-IN" dirty="0"/>
                        <a:t>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Gemini 2.0 Flash (Google)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484500"/>
                  </a:ext>
                </a:extLst>
              </a:tr>
              <a:tr h="377677">
                <a:tc>
                  <a:txBody>
                    <a:bodyPr/>
                    <a:lstStyle/>
                    <a:p>
                      <a:r>
                        <a:rPr lang="en-IN" dirty="0"/>
                        <a:t>UI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Command-line + </a:t>
                      </a:r>
                      <a:r>
                        <a:rPr lang="en-IN" dirty="0" err="1"/>
                        <a:t>IPython.display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8198205"/>
                  </a:ext>
                </a:extLst>
              </a:tr>
            </a:tbl>
          </a:graphicData>
        </a:graphic>
      </p:graphicFrame>
      <p:pic>
        <p:nvPicPr>
          <p:cNvPr id="22" name="Picture 21">
            <a:extLst>
              <a:ext uri="{FF2B5EF4-FFF2-40B4-BE49-F238E27FC236}">
                <a16:creationId xmlns:a16="http://schemas.microsoft.com/office/drawing/2014/main" id="{6742CF81-6161-58F7-D576-9501C0CE2F0C}"/>
              </a:ext>
            </a:extLst>
          </p:cNvPr>
          <p:cNvPicPr>
            <a:picLocks noChangeAspect="1"/>
          </p:cNvPicPr>
          <p:nvPr/>
        </p:nvPicPr>
        <p:blipFill>
          <a:blip r:embed="rId4"/>
          <a:srcRect l="1763" t="6356" r="1845" b="4816"/>
          <a:stretch/>
        </p:blipFill>
        <p:spPr>
          <a:xfrm>
            <a:off x="2986878" y="5595538"/>
            <a:ext cx="3259935" cy="1119596"/>
          </a:xfrm>
          <a:prstGeom prst="rect">
            <a:avLst/>
          </a:prstGeom>
        </p:spPr>
      </p:pic>
    </p:spTree>
    <p:extLst>
      <p:ext uri="{BB962C8B-B14F-4D97-AF65-F5344CB8AC3E}">
        <p14:creationId xmlns:p14="http://schemas.microsoft.com/office/powerpoint/2010/main" val="138697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60A74E-6F67-9333-2832-39C5F79500E2}"/>
              </a:ext>
            </a:extLst>
          </p:cNvPr>
          <p:cNvSpPr/>
          <p:nvPr/>
        </p:nvSpPr>
        <p:spPr>
          <a:xfrm>
            <a:off x="890588" y="1835150"/>
            <a:ext cx="2339975" cy="3159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IN" altLang="en-US">
              <a:solidFill>
                <a:srgbClr val="FFFFFF"/>
              </a:solidFill>
            </a:endParaRPr>
          </a:p>
        </p:txBody>
      </p:sp>
      <p:sp>
        <p:nvSpPr>
          <p:cNvPr id="18435" name="Google Shape;227;p3">
            <a:extLst>
              <a:ext uri="{FF2B5EF4-FFF2-40B4-BE49-F238E27FC236}">
                <a16:creationId xmlns:a16="http://schemas.microsoft.com/office/drawing/2014/main" id="{8DC309B6-850C-DB0E-AE65-1C964DE6360A}"/>
              </a:ext>
            </a:extLst>
          </p:cNvPr>
          <p:cNvSpPr txBox="1">
            <a:spLocks noGrp="1" noChangeArrowheads="1"/>
          </p:cNvSpPr>
          <p:nvPr>
            <p:ph type="title"/>
          </p:nvPr>
        </p:nvSpPr>
        <p:spPr>
          <a:xfrm>
            <a:off x="498475" y="77788"/>
            <a:ext cx="5780088" cy="609600"/>
          </a:xfrm>
        </p:spPr>
        <p:txBody>
          <a:bodyPr/>
          <a:lstStyle/>
          <a:p>
            <a:pPr eaLnBrk="1" hangingPunct="1">
              <a:spcBef>
                <a:spcPct val="0"/>
              </a:spcBef>
              <a:spcAft>
                <a:spcPct val="0"/>
              </a:spcAft>
              <a:buClr>
                <a:srgbClr val="000000"/>
              </a:buClr>
              <a:buSzTx/>
            </a:pPr>
            <a:r>
              <a:rPr lang="en-US" altLang="en-US"/>
              <a:t>Idea/Approach Details</a:t>
            </a:r>
          </a:p>
        </p:txBody>
      </p:sp>
      <p:sp>
        <p:nvSpPr>
          <p:cNvPr id="18436" name="Google Shape;228;p3">
            <a:extLst>
              <a:ext uri="{FF2B5EF4-FFF2-40B4-BE49-F238E27FC236}">
                <a16:creationId xmlns:a16="http://schemas.microsoft.com/office/drawing/2014/main" id="{17A28543-475F-7879-1444-5B53D91B4323}"/>
              </a:ext>
            </a:extLst>
          </p:cNvPr>
          <p:cNvSpPr txBox="1">
            <a:spLocks noGrp="1" noChangeArrowheads="1"/>
          </p:cNvSpPr>
          <p:nvPr>
            <p:ph type="body" idx="2"/>
          </p:nvPr>
        </p:nvSpPr>
        <p:spPr>
          <a:xfrm>
            <a:off x="160338" y="704850"/>
            <a:ext cx="4838700" cy="315913"/>
          </a:xfrm>
        </p:spPr>
        <p:txBody>
          <a:bodyPr/>
          <a:lstStyle/>
          <a:p>
            <a:pPr marL="228600" eaLnBrk="1" hangingPunct="1">
              <a:spcBef>
                <a:spcPct val="0"/>
              </a:spcBef>
              <a:spcAft>
                <a:spcPct val="0"/>
              </a:spcAft>
              <a:buClr>
                <a:srgbClr val="7CA655"/>
              </a:buClr>
            </a:pPr>
            <a:r>
              <a:rPr lang="en-US" altLang="en-US" b="1" dirty="0">
                <a:solidFill>
                  <a:srgbClr val="7CA655"/>
                </a:solidFill>
              </a:rPr>
              <a:t>Use Cases :</a:t>
            </a:r>
          </a:p>
        </p:txBody>
      </p:sp>
      <p:sp>
        <p:nvSpPr>
          <p:cNvPr id="229" name="Google Shape;229;p3">
            <a:extLst>
              <a:ext uri="{FF2B5EF4-FFF2-40B4-BE49-F238E27FC236}">
                <a16:creationId xmlns:a16="http://schemas.microsoft.com/office/drawing/2014/main" id="{CA5AF68A-CD81-CFDF-5FED-82D6821AF357}"/>
              </a:ext>
            </a:extLst>
          </p:cNvPr>
          <p:cNvSpPr txBox="1">
            <a:spLocks noGrp="1"/>
          </p:cNvSpPr>
          <p:nvPr>
            <p:ph type="body" idx="1"/>
          </p:nvPr>
        </p:nvSpPr>
        <p:spPr>
          <a:xfrm>
            <a:off x="160338" y="1012714"/>
            <a:ext cx="6000750" cy="3433762"/>
          </a:xfrm>
          <a:ln cap="flat">
            <a:solidFill>
              <a:schemeClr val="dk1"/>
            </a:solidFill>
            <a:round/>
            <a:headEnd type="none" w="sm" len="sm"/>
            <a:tailEnd type="none" w="sm" len="sm"/>
          </a:ln>
        </p:spPr>
        <p:txBody>
          <a:bodyPr/>
          <a:lstStyle/>
          <a:p>
            <a:pPr marL="285750" indent="-285750" eaLnBrk="1" hangingPunct="1">
              <a:lnSpc>
                <a:spcPct val="100000"/>
              </a:lnSpc>
              <a:spcBef>
                <a:spcPct val="0"/>
              </a:spcBef>
              <a:spcAft>
                <a:spcPts val="500"/>
              </a:spcAft>
              <a:buClr>
                <a:srgbClr val="000000"/>
              </a:buClr>
              <a:buFont typeface="Noto Sans Symbols"/>
              <a:buChar char="⮚"/>
            </a:pPr>
            <a:r>
              <a:rPr lang="en-US" altLang="en-US" sz="1500" b="1" u="sng"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General Purpose Usage:</a:t>
            </a:r>
            <a:r>
              <a:rPr lang="en-US" altLang="en-US" sz="1500" b="1"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a:t>
            </a:r>
            <a:r>
              <a:rPr lang="en-US" altLang="en-US" sz="1500"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The chatbot can give answers about general knowledge questions accurately and with updated information.</a:t>
            </a:r>
          </a:p>
          <a:p>
            <a:pPr marL="285750" indent="-285750" eaLnBrk="1" hangingPunct="1">
              <a:lnSpc>
                <a:spcPct val="100000"/>
              </a:lnSpc>
              <a:spcBef>
                <a:spcPct val="0"/>
              </a:spcBef>
              <a:spcAft>
                <a:spcPts val="500"/>
              </a:spcAft>
              <a:buClr>
                <a:srgbClr val="000000"/>
              </a:buClr>
              <a:buFont typeface="Noto Sans Symbols"/>
              <a:buChar char="⮚"/>
            </a:pPr>
            <a:r>
              <a:rPr lang="en-US" altLang="en-US" sz="1500" b="1" u="sng"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Overcoming Language Barriers:</a:t>
            </a:r>
            <a:r>
              <a:rPr lang="en-US" altLang="en-US" sz="1500" b="1"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a:t>
            </a:r>
            <a:r>
              <a:rPr lang="en-US" altLang="en-US" sz="1500"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A multilingual web based platform, based on </a:t>
            </a:r>
            <a:r>
              <a:rPr lang="en-US" altLang="en-US" sz="1500" b="1"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32 different languages</a:t>
            </a:r>
            <a:r>
              <a:rPr lang="en-US" altLang="en-US" sz="1500"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which will help our users to  communicate with our</a:t>
            </a:r>
            <a:r>
              <a:rPr lang="en-US" altLang="en-US" sz="1500" b="1"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chatbot</a:t>
            </a:r>
            <a:r>
              <a:rPr lang="en-US" altLang="en-US" sz="1500" dirty="0">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a:t>
            </a:r>
          </a:p>
          <a:p>
            <a:pPr marL="285750" indent="-285750" eaLnBrk="1" hangingPunct="1">
              <a:lnSpc>
                <a:spcPct val="100000"/>
              </a:lnSpc>
              <a:spcBef>
                <a:spcPct val="0"/>
              </a:spcBef>
              <a:spcAft>
                <a:spcPts val="500"/>
              </a:spcAft>
              <a:buClr>
                <a:srgbClr val="000000"/>
              </a:buClr>
              <a:buFont typeface="Noto Sans Symbols"/>
              <a:buChar char="⮚"/>
            </a:pPr>
            <a:endParaRPr lang="en-US" altLang="en-US" sz="1500" b="1" u="sng"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endParaRPr>
          </a:p>
          <a:p>
            <a:pPr marL="285750" indent="-285750" eaLnBrk="1" hangingPunct="1">
              <a:lnSpc>
                <a:spcPct val="100000"/>
              </a:lnSpc>
              <a:spcBef>
                <a:spcPct val="0"/>
              </a:spcBef>
              <a:spcAft>
                <a:spcPts val="500"/>
              </a:spcAft>
              <a:buClr>
                <a:srgbClr val="000000"/>
              </a:buClr>
              <a:buFont typeface="Noto Sans Symbols"/>
              <a:buChar char="⮚"/>
            </a:pPr>
            <a:r>
              <a:rPr lang="en-US" altLang="en-US" sz="1500" b="1" u="sng"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Information Retrieval: </a:t>
            </a:r>
            <a:r>
              <a:rPr lang="en-US" altLang="en-US" sz="1500"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The chatbot can provide</a:t>
            </a:r>
            <a:r>
              <a:rPr lang="en-US" altLang="en-US" sz="1500" b="1"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rPr>
              <a:t> up-to-date concise summaries of the relevant sections. </a:t>
            </a:r>
          </a:p>
          <a:p>
            <a:pPr marL="285750" indent="-285750" eaLnBrk="1" hangingPunct="1">
              <a:lnSpc>
                <a:spcPct val="100000"/>
              </a:lnSpc>
              <a:spcBef>
                <a:spcPct val="0"/>
              </a:spcBef>
              <a:spcAft>
                <a:spcPts val="500"/>
              </a:spcAft>
              <a:buClr>
                <a:srgbClr val="000000"/>
              </a:buClr>
              <a:buFont typeface="Noto Sans Symbols"/>
              <a:buChar char="⮚"/>
            </a:pPr>
            <a:endParaRPr lang="en-US" altLang="en-US" sz="1500" b="1" u="sng"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endParaRPr>
          </a:p>
          <a:p>
            <a:pPr marL="285750" indent="-285750" eaLnBrk="1" hangingPunct="1">
              <a:lnSpc>
                <a:spcPct val="100000"/>
              </a:lnSpc>
              <a:spcBef>
                <a:spcPct val="0"/>
              </a:spcBef>
              <a:spcAft>
                <a:spcPts val="500"/>
              </a:spcAft>
              <a:buClr>
                <a:srgbClr val="000000"/>
              </a:buClr>
              <a:buFont typeface="Noto Sans Symbols"/>
              <a:buChar char="⮚"/>
            </a:pPr>
            <a:r>
              <a:rPr lang="en-US" altLang="en-US" sz="1500" b="1" u="sng" dirty="0">
                <a:solidFill>
                  <a:srgbClr val="374151"/>
                </a:solidFill>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rPr>
              <a:t>Natural Language Processing (NLP) Model Training:</a:t>
            </a:r>
            <a:r>
              <a:rPr lang="en-US" altLang="en-US" sz="1500" b="1" dirty="0">
                <a:solidFill>
                  <a:srgbClr val="374151"/>
                </a:solidFill>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rPr>
              <a:t> </a:t>
            </a:r>
            <a:r>
              <a:rPr lang="en-US" altLang="en-US" sz="1500" dirty="0">
                <a:solidFill>
                  <a:srgbClr val="374151"/>
                </a:solidFill>
                <a:latin typeface="Libre Franklin" panose="020F0502020204030204" pitchFamily="2" charset="0"/>
                <a:ea typeface="Libre Franklin" panose="020F0502020204030204" pitchFamily="2" charset="0"/>
                <a:cs typeface="Libre Franklin" panose="020F0502020204030204" pitchFamily="2" charset="0"/>
                <a:sym typeface="Libre Franklin" panose="020F0502020204030204" pitchFamily="2" charset="0"/>
              </a:rPr>
              <a:t>Training the NLP model to understand user intents, classify queries, and generate appropriate responses.</a:t>
            </a:r>
          </a:p>
          <a:p>
            <a:pPr marL="285750" indent="-285750" algn="just" eaLnBrk="1" hangingPunct="1">
              <a:lnSpc>
                <a:spcPct val="100000"/>
              </a:lnSpc>
              <a:spcBef>
                <a:spcPct val="0"/>
              </a:spcBef>
              <a:spcAft>
                <a:spcPct val="0"/>
              </a:spcAft>
              <a:buClr>
                <a:srgbClr val="000000"/>
              </a:buClr>
              <a:buFont typeface="Noto Sans Symbols,Sans-Serif"/>
              <a:buChar char="⮚"/>
            </a:pPr>
            <a:endParaRPr lang="en-US" altLang="en-US" sz="1500"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endParaRPr>
          </a:p>
          <a:p>
            <a:pPr marL="285750" indent="-285750" algn="just" eaLnBrk="1" hangingPunct="1">
              <a:lnSpc>
                <a:spcPct val="100000"/>
              </a:lnSpc>
              <a:spcBef>
                <a:spcPct val="0"/>
              </a:spcBef>
              <a:spcAft>
                <a:spcPct val="0"/>
              </a:spcAft>
              <a:buClr>
                <a:srgbClr val="000000"/>
              </a:buClr>
              <a:buFont typeface="Noto Sans Symbols"/>
              <a:buChar char="⮚"/>
            </a:pPr>
            <a:endParaRPr lang="en-US" altLang="en-US" sz="1500"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endParaRPr>
          </a:p>
          <a:p>
            <a:pPr marL="285750" indent="-285750" algn="just" eaLnBrk="1" hangingPunct="1">
              <a:spcBef>
                <a:spcPct val="0"/>
              </a:spcBef>
              <a:spcAft>
                <a:spcPct val="0"/>
              </a:spcAft>
              <a:buClr>
                <a:srgbClr val="000000"/>
              </a:buClr>
            </a:pPr>
            <a:endParaRPr lang="en-US" altLang="en-US" sz="1500" dirty="0">
              <a:solidFill>
                <a:srgbClr val="374151"/>
              </a:solidFill>
              <a:latin typeface="Arial" panose="020B0604020202020204" pitchFamily="34" charset="0"/>
              <a:ea typeface="Libre Franklin" panose="020F0502020204030204" pitchFamily="2" charset="0"/>
              <a:cs typeface="Libre Franklin" panose="020F0502020204030204" pitchFamily="2" charset="0"/>
              <a:sym typeface="Libre Franklin" panose="020F0502020204030204" pitchFamily="2" charset="0"/>
            </a:endParaRPr>
          </a:p>
        </p:txBody>
      </p:sp>
      <p:sp>
        <p:nvSpPr>
          <p:cNvPr id="18438" name="Google Shape;230;p3">
            <a:extLst>
              <a:ext uri="{FF2B5EF4-FFF2-40B4-BE49-F238E27FC236}">
                <a16:creationId xmlns:a16="http://schemas.microsoft.com/office/drawing/2014/main" id="{E5E4EB93-0762-EA52-7BC4-64B6A00E7907}"/>
              </a:ext>
            </a:extLst>
          </p:cNvPr>
          <p:cNvSpPr>
            <a:spLocks noGrp="1" noChangeArrowheads="1"/>
          </p:cNvSpPr>
          <p:nvPr>
            <p:ph type="sldNum" sz="quarter" idx="16"/>
          </p:nvPr>
        </p:nvSpPr>
        <p:spPr>
          <a:xfrm>
            <a:off x="498475" y="6578600"/>
            <a:ext cx="522288" cy="247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085F4DC-B029-4F38-9954-0D74DE29BC3E}" type="slidenum">
              <a:rPr lang="en-US" altLang="en-US" sz="1100">
                <a:latin typeface="Libre Franklin" panose="020F0502020204030204" pitchFamily="2" charset="0"/>
                <a:cs typeface="Libre Franklin" panose="020F0502020204030204" pitchFamily="2" charset="0"/>
                <a:sym typeface="Libre Franklin" panose="020F0502020204030204" pitchFamily="2" charset="0"/>
              </a:rPr>
              <a:pPr/>
              <a:t>4</a:t>
            </a:fld>
            <a:endParaRPr lang="en-US" altLang="en-US" sz="1100">
              <a:latin typeface="Libre Franklin" panose="020F0502020204030204" pitchFamily="2" charset="0"/>
              <a:cs typeface="Libre Franklin" panose="020F0502020204030204" pitchFamily="2" charset="0"/>
              <a:sym typeface="Libre Franklin" panose="020F0502020204030204" pitchFamily="2" charset="0"/>
            </a:endParaRPr>
          </a:p>
        </p:txBody>
      </p:sp>
      <p:sp>
        <p:nvSpPr>
          <p:cNvPr id="18439" name="Google Shape;231;p3">
            <a:extLst>
              <a:ext uri="{FF2B5EF4-FFF2-40B4-BE49-F238E27FC236}">
                <a16:creationId xmlns:a16="http://schemas.microsoft.com/office/drawing/2014/main" id="{AD8C4019-0531-2727-5BC4-E3A7BDDC4FA1}"/>
              </a:ext>
            </a:extLst>
          </p:cNvPr>
          <p:cNvSpPr txBox="1">
            <a:spLocks noChangeArrowheads="1"/>
          </p:cNvSpPr>
          <p:nvPr/>
        </p:nvSpPr>
        <p:spPr bwMode="auto">
          <a:xfrm>
            <a:off x="5866809" y="704850"/>
            <a:ext cx="51435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90000"/>
              </a:lnSpc>
              <a:buClr>
                <a:srgbClr val="7CA655"/>
              </a:buClr>
              <a:buSzPts val="1800"/>
            </a:pPr>
            <a:r>
              <a:rPr lang="en-US" altLang="en-US" sz="1800" b="1" dirty="0">
                <a:solidFill>
                  <a:srgbClr val="7CA655"/>
                </a:solidFill>
                <a:latin typeface="Franklin Gothic"/>
                <a:ea typeface="Franklin Gothic"/>
                <a:cs typeface="Franklin Gothic"/>
                <a:sym typeface="Franklin Gothic"/>
              </a:rPr>
              <a:t>      Dependencies / Show stopper :</a:t>
            </a:r>
            <a:endParaRPr lang="en-US" altLang="en-US" b="1" dirty="0">
              <a:solidFill>
                <a:srgbClr val="7CA655"/>
              </a:solidFill>
            </a:endParaRPr>
          </a:p>
        </p:txBody>
      </p:sp>
      <p:sp>
        <p:nvSpPr>
          <p:cNvPr id="18440" name="Google Shape;232;p3">
            <a:extLst>
              <a:ext uri="{FF2B5EF4-FFF2-40B4-BE49-F238E27FC236}">
                <a16:creationId xmlns:a16="http://schemas.microsoft.com/office/drawing/2014/main" id="{7A7A6795-9A79-DBEA-B70B-FADF6A534E83}"/>
              </a:ext>
            </a:extLst>
          </p:cNvPr>
          <p:cNvSpPr txBox="1">
            <a:spLocks noChangeArrowheads="1"/>
          </p:cNvSpPr>
          <p:nvPr/>
        </p:nvSpPr>
        <p:spPr bwMode="auto">
          <a:xfrm>
            <a:off x="6256977" y="1011126"/>
            <a:ext cx="5743575" cy="3424238"/>
          </a:xfrm>
          <a:prstGeom prst="rect">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1425" tIns="45700" rIns="91425" bIns="45700"/>
          <a:lstStyle>
            <a:lvl1pPr marL="2857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spcAft>
                <a:spcPts val="700"/>
              </a:spcAft>
              <a:buSzPts val="1600"/>
              <a:buFont typeface="Wingdings" panose="05000000000000000000" pitchFamily="2" charset="2"/>
              <a:buChar char="Ø"/>
            </a:pPr>
            <a:r>
              <a:rPr lang="en-US" altLang="en-US" sz="1600" b="1" u="sng" dirty="0">
                <a:solidFill>
                  <a:srgbClr val="374151"/>
                </a:solidFill>
              </a:rPr>
              <a:t>Data Availability and Quality:</a:t>
            </a:r>
            <a:r>
              <a:rPr lang="en-US" altLang="en-US" sz="1600" b="1" dirty="0">
                <a:solidFill>
                  <a:srgbClr val="374151"/>
                </a:solidFill>
              </a:rPr>
              <a:t> </a:t>
            </a:r>
            <a:r>
              <a:rPr lang="en-US" altLang="en-US" sz="1600" dirty="0">
                <a:solidFill>
                  <a:srgbClr val="374151"/>
                </a:solidFill>
              </a:rPr>
              <a:t>Availability of comprehensive and </a:t>
            </a:r>
            <a:r>
              <a:rPr lang="en-US" altLang="en-US" sz="1600" b="1" dirty="0">
                <a:solidFill>
                  <a:srgbClr val="374151"/>
                </a:solidFill>
              </a:rPr>
              <a:t>up-to-date information</a:t>
            </a:r>
            <a:r>
              <a:rPr lang="en-US" altLang="en-US" sz="1600" dirty="0">
                <a:solidFill>
                  <a:srgbClr val="374151"/>
                </a:solidFill>
              </a:rPr>
              <a:t> is  difficult</a:t>
            </a:r>
            <a:r>
              <a:rPr lang="en-US" altLang="en-US" sz="1600" b="1" dirty="0">
                <a:solidFill>
                  <a:srgbClr val="374151"/>
                </a:solidFill>
              </a:rPr>
              <a:t> </a:t>
            </a:r>
            <a:r>
              <a:rPr lang="en-US" altLang="en-US" sz="1600" dirty="0">
                <a:solidFill>
                  <a:srgbClr val="374151"/>
                </a:solidFill>
              </a:rPr>
              <a:t>.</a:t>
            </a:r>
            <a:endParaRPr lang="en-US" altLang="en-US" sz="1600" dirty="0"/>
          </a:p>
          <a:p>
            <a:pPr eaLnBrk="1" hangingPunct="1">
              <a:spcAft>
                <a:spcPts val="700"/>
              </a:spcAft>
              <a:buSzPts val="1600"/>
              <a:buFont typeface="Wingdings" panose="05000000000000000000" pitchFamily="2" charset="2"/>
              <a:buChar char="Ø"/>
            </a:pPr>
            <a:r>
              <a:rPr lang="en-US" altLang="en-US" sz="1600" b="1" u="sng" dirty="0">
                <a:solidFill>
                  <a:srgbClr val="374151"/>
                </a:solidFill>
              </a:rPr>
              <a:t>Hardware Limitations:</a:t>
            </a:r>
            <a:r>
              <a:rPr lang="en-US" altLang="en-US" sz="1600" dirty="0">
                <a:solidFill>
                  <a:srgbClr val="374151"/>
                </a:solidFill>
              </a:rPr>
              <a:t> Using advanced models(</a:t>
            </a:r>
            <a:r>
              <a:rPr lang="en-US" altLang="en-US" sz="1600" b="1" dirty="0">
                <a:solidFill>
                  <a:srgbClr val="374151"/>
                </a:solidFill>
              </a:rPr>
              <a:t>ChatGPT, </a:t>
            </a:r>
            <a:r>
              <a:rPr lang="en-US" altLang="en-US" sz="1600" b="1" dirty="0" err="1">
                <a:solidFill>
                  <a:srgbClr val="374151"/>
                </a:solidFill>
              </a:rPr>
              <a:t>LLama</a:t>
            </a:r>
            <a:r>
              <a:rPr lang="en-US" altLang="en-US" sz="1600" dirty="0">
                <a:solidFill>
                  <a:srgbClr val="374151"/>
                </a:solidFill>
              </a:rPr>
              <a:t>), to train or deploy requires heavy Computing power.</a:t>
            </a:r>
          </a:p>
          <a:p>
            <a:pPr eaLnBrk="1" hangingPunct="1">
              <a:spcAft>
                <a:spcPts val="700"/>
              </a:spcAft>
              <a:buSzPts val="1600"/>
              <a:buFont typeface="Wingdings" panose="05000000000000000000" pitchFamily="2" charset="2"/>
              <a:buChar char="Ø"/>
            </a:pPr>
            <a:r>
              <a:rPr lang="en-US" altLang="en-US" sz="1600" b="1" u="sng" dirty="0">
                <a:solidFill>
                  <a:srgbClr val="374151"/>
                </a:solidFill>
              </a:rPr>
              <a:t>API Limitations:</a:t>
            </a:r>
            <a:r>
              <a:rPr lang="en-US" altLang="en-US" sz="1600" dirty="0">
                <a:solidFill>
                  <a:srgbClr val="374151"/>
                </a:solidFill>
              </a:rPr>
              <a:t> for deploying LLM models locally or in cloud we have to use </a:t>
            </a:r>
            <a:r>
              <a:rPr lang="en-US" altLang="en-US" sz="1600" b="1" dirty="0">
                <a:solidFill>
                  <a:srgbClr val="374151"/>
                </a:solidFill>
              </a:rPr>
              <a:t>API keys</a:t>
            </a:r>
            <a:r>
              <a:rPr lang="en-US" altLang="en-US" sz="1600" dirty="0">
                <a:solidFill>
                  <a:srgbClr val="374151"/>
                </a:solidFill>
              </a:rPr>
              <a:t>. Which can be prone to </a:t>
            </a:r>
            <a:r>
              <a:rPr lang="en-US" altLang="en-US" sz="1600" b="1" dirty="0">
                <a:solidFill>
                  <a:srgbClr val="374151"/>
                </a:solidFill>
              </a:rPr>
              <a:t>server errors and network issues</a:t>
            </a:r>
            <a:r>
              <a:rPr lang="en-US" altLang="en-US" sz="1600" dirty="0">
                <a:solidFill>
                  <a:srgbClr val="374151"/>
                </a:solidFill>
              </a:rPr>
              <a:t>. </a:t>
            </a:r>
          </a:p>
          <a:p>
            <a:pPr eaLnBrk="1" hangingPunct="1">
              <a:spcAft>
                <a:spcPts val="700"/>
              </a:spcAft>
              <a:buSzPts val="1600"/>
              <a:buFont typeface="Wingdings" panose="05000000000000000000" pitchFamily="2" charset="2"/>
              <a:buChar char="Ø"/>
            </a:pPr>
            <a:r>
              <a:rPr lang="en-US" altLang="en-US" sz="1600" b="1" u="sng" dirty="0">
                <a:solidFill>
                  <a:srgbClr val="374151"/>
                </a:solidFill>
              </a:rPr>
              <a:t>Token Limit:</a:t>
            </a:r>
            <a:r>
              <a:rPr lang="en-US" altLang="en-US" sz="1600" dirty="0">
                <a:solidFill>
                  <a:srgbClr val="374151"/>
                </a:solidFill>
              </a:rPr>
              <a:t> There is </a:t>
            </a:r>
            <a:r>
              <a:rPr lang="en-US" altLang="en-US" sz="1600" b="1" dirty="0">
                <a:solidFill>
                  <a:srgbClr val="374151"/>
                </a:solidFill>
              </a:rPr>
              <a:t>token limitation</a:t>
            </a:r>
            <a:r>
              <a:rPr lang="en-US" altLang="en-US" sz="1600" dirty="0">
                <a:solidFill>
                  <a:srgbClr val="374151"/>
                </a:solidFill>
              </a:rPr>
              <a:t> in every model which affects the length and quality of the output produced.</a:t>
            </a:r>
          </a:p>
          <a:p>
            <a:pPr eaLnBrk="1" hangingPunct="1">
              <a:spcAft>
                <a:spcPts val="700"/>
              </a:spcAft>
              <a:buSzPts val="1600"/>
            </a:pPr>
            <a:endParaRPr lang="en-US" altLang="en-US" sz="1500" dirty="0">
              <a:solidFill>
                <a:srgbClr val="374151"/>
              </a:solidFill>
            </a:endParaRPr>
          </a:p>
        </p:txBody>
      </p:sp>
      <p:sp>
        <p:nvSpPr>
          <p:cNvPr id="18441" name="Google Shape;228;p3">
            <a:extLst>
              <a:ext uri="{FF2B5EF4-FFF2-40B4-BE49-F238E27FC236}">
                <a16:creationId xmlns:a16="http://schemas.microsoft.com/office/drawing/2014/main" id="{967A2B83-F677-E8A2-2066-9425126FC999}"/>
              </a:ext>
            </a:extLst>
          </p:cNvPr>
          <p:cNvSpPr txBox="1">
            <a:spLocks noChangeArrowheads="1"/>
          </p:cNvSpPr>
          <p:nvPr/>
        </p:nvSpPr>
        <p:spPr bwMode="auto">
          <a:xfrm>
            <a:off x="6383929" y="4551029"/>
            <a:ext cx="48387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90000"/>
              </a:lnSpc>
              <a:buClr>
                <a:srgbClr val="7CA655"/>
              </a:buClr>
              <a:buSzPts val="1800"/>
            </a:pPr>
            <a:r>
              <a:rPr lang="en-US" altLang="en-US" sz="1800" b="1" dirty="0">
                <a:solidFill>
                  <a:srgbClr val="7CA655"/>
                </a:solidFill>
                <a:latin typeface="Franklin Gothic"/>
                <a:ea typeface="Franklin Gothic"/>
                <a:cs typeface="Franklin Gothic"/>
                <a:sym typeface="Franklin Gothic"/>
              </a:rPr>
              <a:t>Channels &amp; Revenue Streams:</a:t>
            </a:r>
          </a:p>
        </p:txBody>
      </p:sp>
      <p:sp>
        <p:nvSpPr>
          <p:cNvPr id="18442" name="Google Shape;228;p3">
            <a:extLst>
              <a:ext uri="{FF2B5EF4-FFF2-40B4-BE49-F238E27FC236}">
                <a16:creationId xmlns:a16="http://schemas.microsoft.com/office/drawing/2014/main" id="{239550DC-4708-9F87-C456-22DC49338505}"/>
              </a:ext>
            </a:extLst>
          </p:cNvPr>
          <p:cNvSpPr txBox="1">
            <a:spLocks noChangeArrowheads="1"/>
          </p:cNvSpPr>
          <p:nvPr/>
        </p:nvSpPr>
        <p:spPr bwMode="auto">
          <a:xfrm>
            <a:off x="160338" y="4551029"/>
            <a:ext cx="48387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lnSpc>
                <a:spcPct val="90000"/>
              </a:lnSpc>
              <a:buClr>
                <a:srgbClr val="7CA655"/>
              </a:buClr>
              <a:buSzPts val="1800"/>
            </a:pPr>
            <a:r>
              <a:rPr lang="en-US" altLang="en-US" sz="1800" b="1" dirty="0">
                <a:solidFill>
                  <a:srgbClr val="7CA655"/>
                </a:solidFill>
                <a:latin typeface="Franklin Gothic"/>
                <a:ea typeface="Franklin Gothic"/>
                <a:cs typeface="Franklin Gothic"/>
                <a:sym typeface="Franklin Gothic"/>
              </a:rPr>
              <a:t>Outcomes</a:t>
            </a:r>
          </a:p>
        </p:txBody>
      </p:sp>
      <p:sp>
        <p:nvSpPr>
          <p:cNvPr id="5" name="Google Shape;229;p3">
            <a:extLst>
              <a:ext uri="{FF2B5EF4-FFF2-40B4-BE49-F238E27FC236}">
                <a16:creationId xmlns:a16="http://schemas.microsoft.com/office/drawing/2014/main" id="{9586B68A-4D85-D0C8-50A5-9960A3CAADED}"/>
              </a:ext>
            </a:extLst>
          </p:cNvPr>
          <p:cNvSpPr txBox="1">
            <a:spLocks/>
          </p:cNvSpPr>
          <p:nvPr/>
        </p:nvSpPr>
        <p:spPr>
          <a:xfrm>
            <a:off x="6326170" y="4858034"/>
            <a:ext cx="5692793" cy="623888"/>
          </a:xfrm>
          <a:prstGeom prst="rect">
            <a:avLst/>
          </a:prstGeom>
          <a:noFill/>
          <a:ln w="9525" cap="flat" cmpd="sng">
            <a:solidFill>
              <a:schemeClr val="dk1"/>
            </a:solidFill>
            <a:prstDash val="solid"/>
            <a:round/>
            <a:headEnd type="none" w="sm" len="sm"/>
            <a:tailEnd type="none" w="sm" len="sm"/>
          </a:ln>
        </p:spPr>
        <p:txBody>
          <a:bodyPr spcFirstLastPara="1" lIns="91425" tIns="45700" rIns="91425" bIns="45700"/>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Libre Franklin"/>
                <a:ea typeface="Libre Franklin"/>
                <a:cs typeface="Libre Franklin"/>
                <a:sym typeface="Libre Franklin"/>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pPr marL="285750" indent="-285750" algn="just" eaLnBrk="1" fontAlgn="auto" hangingPunct="1">
              <a:lnSpc>
                <a:spcPct val="100000"/>
              </a:lnSpc>
              <a:spcBef>
                <a:spcPts val="0"/>
              </a:spcBef>
              <a:buFont typeface="Noto Sans Symbols,Sans-Serif"/>
              <a:buChar char="⮚"/>
              <a:defRPr/>
            </a:pPr>
            <a:r>
              <a:rPr lang="en-US" sz="1500" kern="0" dirty="0">
                <a:solidFill>
                  <a:srgbClr val="374151"/>
                </a:solidFill>
                <a:latin typeface="Arial"/>
                <a:cs typeface="Arial"/>
              </a:rPr>
              <a:t>Govt portals , Pvt industries, organizations etc.</a:t>
            </a:r>
          </a:p>
          <a:p>
            <a:pPr marL="285750" indent="-285750" algn="just" eaLnBrk="1" fontAlgn="auto" hangingPunct="1">
              <a:lnSpc>
                <a:spcPct val="100000"/>
              </a:lnSpc>
              <a:spcBef>
                <a:spcPts val="0"/>
              </a:spcBef>
              <a:buFont typeface="Noto Sans Symbols,Sans-Serif"/>
              <a:buChar char="⮚"/>
              <a:defRPr/>
            </a:pPr>
            <a:r>
              <a:rPr lang="en-US" sz="1500" kern="0" dirty="0">
                <a:solidFill>
                  <a:srgbClr val="374151"/>
                </a:solidFill>
                <a:cs typeface="Arial"/>
              </a:rPr>
              <a:t>Subscription Model, Pay-Per-Use, Enterprise Licensing.</a:t>
            </a:r>
            <a:endParaRPr lang="en-US" sz="1500" kern="0" dirty="0">
              <a:solidFill>
                <a:srgbClr val="374151"/>
              </a:solidFill>
              <a:latin typeface="Arial"/>
              <a:cs typeface="Arial"/>
            </a:endParaRPr>
          </a:p>
          <a:p>
            <a:pPr marL="0" indent="0" algn="just" eaLnBrk="1" fontAlgn="auto" hangingPunct="1">
              <a:lnSpc>
                <a:spcPct val="100000"/>
              </a:lnSpc>
              <a:spcBef>
                <a:spcPts val="0"/>
              </a:spcBef>
              <a:defRPr/>
            </a:pPr>
            <a:endParaRPr lang="en-US" sz="1500" b="1" kern="0" dirty="0">
              <a:solidFill>
                <a:srgbClr val="374151"/>
              </a:solidFill>
              <a:latin typeface="Arial"/>
              <a:cs typeface="Arial"/>
            </a:endParaRPr>
          </a:p>
          <a:p>
            <a:pPr marL="285750" indent="-285750" algn="just" eaLnBrk="1" fontAlgn="auto" hangingPunct="1">
              <a:lnSpc>
                <a:spcPct val="100000"/>
              </a:lnSpc>
              <a:spcBef>
                <a:spcPts val="0"/>
              </a:spcBef>
              <a:buFont typeface="Noto Sans Symbols"/>
              <a:buChar char="⮚"/>
              <a:defRPr/>
            </a:pPr>
            <a:endParaRPr lang="en-US" sz="1500" kern="0" dirty="0">
              <a:solidFill>
                <a:srgbClr val="374151"/>
              </a:solidFill>
              <a:latin typeface="Arial"/>
              <a:cs typeface="Arial"/>
            </a:endParaRPr>
          </a:p>
          <a:p>
            <a:pPr marL="0" indent="0" algn="just" eaLnBrk="1" fontAlgn="auto" hangingPunct="1">
              <a:spcBef>
                <a:spcPts val="0"/>
              </a:spcBef>
              <a:defRPr/>
            </a:pPr>
            <a:endParaRPr lang="en-US" sz="1500" kern="0" dirty="0">
              <a:solidFill>
                <a:srgbClr val="374151"/>
              </a:solidFill>
              <a:latin typeface="Arial"/>
            </a:endParaRPr>
          </a:p>
        </p:txBody>
      </p:sp>
      <p:sp>
        <p:nvSpPr>
          <p:cNvPr id="6" name="Google Shape;229;p3">
            <a:extLst>
              <a:ext uri="{FF2B5EF4-FFF2-40B4-BE49-F238E27FC236}">
                <a16:creationId xmlns:a16="http://schemas.microsoft.com/office/drawing/2014/main" id="{29F0C1E1-F5E7-0CF6-B834-292C5C5245FE}"/>
              </a:ext>
            </a:extLst>
          </p:cNvPr>
          <p:cNvSpPr txBox="1">
            <a:spLocks/>
          </p:cNvSpPr>
          <p:nvPr/>
        </p:nvSpPr>
        <p:spPr>
          <a:xfrm>
            <a:off x="160338" y="4858034"/>
            <a:ext cx="6000750" cy="1397718"/>
          </a:xfrm>
          <a:prstGeom prst="rect">
            <a:avLst/>
          </a:prstGeom>
          <a:noFill/>
          <a:ln w="9525" cap="flat" cmpd="sng">
            <a:solidFill>
              <a:schemeClr val="dk1"/>
            </a:solidFill>
            <a:prstDash val="solid"/>
            <a:round/>
            <a:headEnd type="none" w="sm" len="sm"/>
            <a:tailEnd type="none" w="sm" len="sm"/>
          </a:ln>
        </p:spPr>
        <p:txBody>
          <a:bodyPr spcFirstLastPara="1" lIns="91425" tIns="45700" rIns="91425" bIns="45700"/>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Libre Franklin"/>
                <a:ea typeface="Libre Franklin"/>
                <a:cs typeface="Libre Franklin"/>
                <a:sym typeface="Libre Franklin"/>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pPr marL="228600" indent="0"/>
            <a:r>
              <a:rPr lang="en-IN" sz="1400" dirty="0"/>
              <a:t>✅ Accurate policy information retrieval</a:t>
            </a:r>
          </a:p>
          <a:p>
            <a:pPr marL="228600" indent="0"/>
            <a:r>
              <a:rPr lang="en-IN" sz="1400" dirty="0"/>
              <a:t>✅ Robust fallback logic</a:t>
            </a:r>
          </a:p>
          <a:p>
            <a:pPr marL="228600" indent="0"/>
            <a:r>
              <a:rPr lang="en-IN" sz="1400" dirty="0"/>
              <a:t>✅ Efficient document handling with FAISS</a:t>
            </a:r>
          </a:p>
          <a:p>
            <a:pPr marL="228600" indent="0"/>
            <a:r>
              <a:rPr lang="en-IN" sz="1400" dirty="0"/>
              <a:t>✅ Ready for extension to </a:t>
            </a:r>
            <a:r>
              <a:rPr lang="en-IN" sz="1400" dirty="0" err="1"/>
              <a:t>Streamlit</a:t>
            </a:r>
            <a:r>
              <a:rPr lang="en-IN" sz="1400" dirty="0"/>
              <a:t> Web UI</a:t>
            </a:r>
          </a:p>
          <a:p>
            <a:pPr marL="0" indent="0" algn="just" eaLnBrk="1" fontAlgn="auto" hangingPunct="1">
              <a:spcBef>
                <a:spcPts val="0"/>
              </a:spcBef>
              <a:defRPr/>
            </a:pPr>
            <a:endParaRPr lang="en-US" sz="1500" kern="0" dirty="0">
              <a:solidFill>
                <a:srgbClr val="374151"/>
              </a:solidFill>
              <a:latin typeface="Arial"/>
            </a:endParaRPr>
          </a:p>
        </p:txBody>
      </p:sp>
      <p:pic>
        <p:nvPicPr>
          <p:cNvPr id="3" name="Picture 2">
            <a:extLst>
              <a:ext uri="{FF2B5EF4-FFF2-40B4-BE49-F238E27FC236}">
                <a16:creationId xmlns:a16="http://schemas.microsoft.com/office/drawing/2014/main" id="{62DA9E5D-4309-187D-8003-C36EF6A5540B}"/>
              </a:ext>
            </a:extLst>
          </p:cNvPr>
          <p:cNvPicPr>
            <a:picLocks noChangeAspect="1"/>
          </p:cNvPicPr>
          <p:nvPr/>
        </p:nvPicPr>
        <p:blipFill>
          <a:blip r:embed="rId3"/>
          <a:srcRect l="1763" t="6356" r="1845" b="4816"/>
          <a:stretch/>
        </p:blipFill>
        <p:spPr>
          <a:xfrm>
            <a:off x="8932065" y="5594939"/>
            <a:ext cx="3259935" cy="11195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D71B4-E34D-F5F6-8FB5-3F95C30B63B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DFE8752-62AF-AB8B-4C6F-4F9DFBDB83C9}"/>
              </a:ext>
            </a:extLst>
          </p:cNvPr>
          <p:cNvSpPr/>
          <p:nvPr/>
        </p:nvSpPr>
        <p:spPr>
          <a:xfrm>
            <a:off x="765544" y="1509823"/>
            <a:ext cx="2629786" cy="9781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823BB83B-E2FB-56F9-FD37-D81B4051BF98}"/>
              </a:ext>
            </a:extLst>
          </p:cNvPr>
          <p:cNvPicPr>
            <a:picLocks noChangeAspect="1"/>
          </p:cNvPicPr>
          <p:nvPr/>
        </p:nvPicPr>
        <p:blipFill>
          <a:blip r:embed="rId3"/>
          <a:srcRect l="1763" t="6356" r="1845" b="4816"/>
          <a:stretch/>
        </p:blipFill>
        <p:spPr>
          <a:xfrm>
            <a:off x="8627265" y="5509877"/>
            <a:ext cx="3259935" cy="1119596"/>
          </a:xfrm>
          <a:prstGeom prst="rect">
            <a:avLst/>
          </a:prstGeom>
        </p:spPr>
      </p:pic>
      <p:pic>
        <p:nvPicPr>
          <p:cNvPr id="39938" name="Picture 2" descr="Thank You, UST!">
            <a:extLst>
              <a:ext uri="{FF2B5EF4-FFF2-40B4-BE49-F238E27FC236}">
                <a16:creationId xmlns:a16="http://schemas.microsoft.com/office/drawing/2014/main" id="{376377D7-9D78-82BA-AFDA-B3789ADB36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580" y="2157524"/>
            <a:ext cx="4824207" cy="27015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
            <a:extLst>
              <a:ext uri="{FF2B5EF4-FFF2-40B4-BE49-F238E27FC236}">
                <a16:creationId xmlns:a16="http://schemas.microsoft.com/office/drawing/2014/main" id="{6EDD3B05-A0F6-1E26-63B2-1AB3541B33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781" y="-139113"/>
            <a:ext cx="4136493" cy="1875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634879"/>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716</Words>
  <Application>Microsoft Office PowerPoint</Application>
  <PresentationFormat>Widescreen</PresentationFormat>
  <Paragraphs>71</Paragraphs>
  <Slides>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Arial</vt:lpstr>
      <vt:lpstr>Libre Franklin</vt:lpstr>
      <vt:lpstr>Franklin Gothic</vt:lpstr>
      <vt:lpstr>Calibri</vt:lpstr>
      <vt:lpstr>montserratregular</vt:lpstr>
      <vt:lpstr>Segoe UI</vt:lpstr>
      <vt:lpstr>Wingdings</vt:lpstr>
      <vt:lpstr>Noto Sans Symbols</vt:lpstr>
      <vt:lpstr>Noto Sans Symbols,Sans-Serif</vt:lpstr>
      <vt:lpstr>Theme1</vt:lpstr>
      <vt:lpstr>Basic Details Of The Problem Statement</vt:lpstr>
      <vt:lpstr>Problem Statement Details</vt:lpstr>
      <vt:lpstr>Idea/Approach Details</vt:lpstr>
      <vt:lpstr>Idea/Approach Details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Arya Chatterjee</dc:creator>
  <cp:lastModifiedBy>ARYA CHATTERJEE</cp:lastModifiedBy>
  <cp:revision>288</cp:revision>
  <dcterms:created xsi:type="dcterms:W3CDTF">2022-02-11T07:14:46Z</dcterms:created>
  <dcterms:modified xsi:type="dcterms:W3CDTF">2025-04-24T19:34:17Z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2025-04-24T19:12:59Z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a5a82705-7ba5-4d8b-b2d6-fdc5a5098248</vt:lpwstr>
  </property>
  <property fmtid="{D5CDD505-2E9C-101B-9397-08002B2CF9AE}" pid="8" name="MSIP_Label_defa4170-0d19-0005-0004-bc88714345d2_ActionId">
    <vt:lpwstr>675a8801-0c7f-435e-bbc5-21478611d25b</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